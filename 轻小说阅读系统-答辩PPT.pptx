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19"/>
  </p:notesMasterIdLst>
  <p:sldIdLst>
    <p:sldId id="256" r:id="rId8"/>
    <p:sldId id="261" r:id="rId9"/>
    <p:sldId id="294" r:id="rId10"/>
    <p:sldId id="322" r:id="rId11"/>
    <p:sldId id="323" r:id="rId12"/>
    <p:sldId id="324" r:id="rId13"/>
    <p:sldId id="325" r:id="rId14"/>
    <p:sldId id="326" r:id="rId15"/>
    <p:sldId id="330" r:id="rId16"/>
    <p:sldId id="327" r:id="rId17"/>
    <p:sldId id="329" r:id="rId18"/>
  </p:sldIdLst>
  <p:sldSz cx="12192000" cy="6858000"/>
  <p:notesSz cx="6858000" cy="9144000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2" userDrawn="1">
          <p15:clr>
            <a:srgbClr val="A4A3A4"/>
          </p15:clr>
        </p15:guide>
        <p15:guide id="2" pos="2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8CF"/>
    <a:srgbClr val="4B649F"/>
    <a:srgbClr val="5E80B0"/>
    <a:srgbClr val="7DB1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66" autoAdjust="0"/>
    <p:restoredTop sz="94660" autoAdjust="0"/>
  </p:normalViewPr>
  <p:slideViewPr>
    <p:cSldViewPr snapToGrid="0" showGuides="1">
      <p:cViewPr varScale="1">
        <p:scale>
          <a:sx n="102" d="100"/>
          <a:sy n="102" d="100"/>
        </p:scale>
        <p:origin x="312" y="114"/>
      </p:cViewPr>
      <p:guideLst>
        <p:guide orient="horz" pos="2062"/>
        <p:guide pos="2871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6" cy="72006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tags" Target="tags/tag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1029E-4C94-4213-86BF-E60BAC2C14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CA173-1C42-4226-B669-291C410F467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EC1F9-23AE-46C2-9F9A-EB678431C4E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68061-4C23-45A5-8B50-17361C9305F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4365A-F0CB-4D46-8A01-6D126008A2D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9615E-16E4-4680-8014-51B3946DD45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3EE98-342B-4370-8BAE-BB21091FA91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0049C-5E59-424C-94EE-5C1C2C0F45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96011-453D-4BE7-9436-1188581E26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A43E-4E42-41FD-95EB-1864143DCD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EC62-347D-4A98-921E-5479D47C56BC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C5647-07D8-4AFC-B347-73DA68F3AAD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BAAC5-2BFE-4A0C-9A02-E5E659A03C10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887F6-2C8B-4822-A827-641DC9AD62B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A6973-B181-4F3B-82E4-3F8DC806D93F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8435F-9FE8-418C-990F-B94AB63834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C6611-C4CB-4BA6-B035-A55273F25979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60EC5-1F68-43A4-8033-85A1E47CD7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1152E-3773-4828-A481-3BBADD8182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52C27-6C02-449A-826C-B06AD7EC37C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6DFD-FF14-4E71-B6B1-F326971755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220C9-5398-427F-A013-579C55CC2E9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E50F9-2A0E-49BA-8A1C-835C098BFE7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9BC37-D643-4620-903A-0D018C61960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EC1F9-23AE-46C2-9F9A-EB678431C4E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68061-4C23-45A5-8B50-17361C9305F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4365A-F0CB-4D46-8A01-6D126008A2D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9615E-16E4-4680-8014-51B3946DD45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3EE98-342B-4370-8BAE-BB21091FA91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0049C-5E59-424C-94EE-5C1C2C0F45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96011-453D-4BE7-9436-1188581E26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A43E-4E42-41FD-95EB-1864143DCD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EC62-347D-4A98-921E-5479D47C56BC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C5647-07D8-4AFC-B347-73DA68F3AAD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BAAC5-2BFE-4A0C-9A02-E5E659A03C10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887F6-2C8B-4822-A827-641DC9AD62B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A6973-B181-4F3B-82E4-3F8DC806D93F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8435F-9FE8-418C-990F-B94AB63834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C6611-C4CB-4BA6-B035-A55273F25979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60EC5-1F68-43A4-8033-85A1E47CD7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1152E-3773-4828-A481-3BBADD8182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52C27-6C02-449A-826C-B06AD7EC37C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6DFD-FF14-4E71-B6B1-F326971755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220C9-5398-427F-A013-579C55CC2E9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E50F9-2A0E-49BA-8A1C-835C098BFE7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9BC37-D643-4620-903A-0D018C61960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EC1F9-23AE-46C2-9F9A-EB678431C4E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68061-4C23-45A5-8B50-17361C9305F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4365A-F0CB-4D46-8A01-6D126008A2D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9615E-16E4-4680-8014-51B3946DD45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3EE98-342B-4370-8BAE-BB21091FA91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0049C-5E59-424C-94EE-5C1C2C0F45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96011-453D-4BE7-9436-1188581E26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A43E-4E42-41FD-95EB-1864143DCD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EC62-347D-4A98-921E-5479D47C56BC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C5647-07D8-4AFC-B347-73DA68F3AAD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BAAC5-2BFE-4A0C-9A02-E5E659A03C10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887F6-2C8B-4822-A827-641DC9AD62B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A6973-B181-4F3B-82E4-3F8DC806D93F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8435F-9FE8-418C-990F-B94AB63834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C6611-C4CB-4BA6-B035-A55273F25979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60EC5-1F68-43A4-8033-85A1E47CD7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1152E-3773-4828-A481-3BBADD8182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52C27-6C02-449A-826C-B06AD7EC37C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6DFD-FF14-4E71-B6B1-F326971755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220C9-5398-427F-A013-579C55CC2E9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E50F9-2A0E-49BA-8A1C-835C098BFE7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9BC37-D643-4620-903A-0D018C61960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image1.jpeg"/><Relationship Id="rId13" Type="http://schemas.openxmlformats.org/officeDocument/2006/relationships/hyperlink" Target="http://gzccidtr.yanj.cn/" TargetMode="External"/><Relationship Id="rId14" Type="http://schemas.openxmlformats.org/officeDocument/2006/relationships/hyperlink" Target="https://wenku.baidu.com/p/cir201?from=wenku" TargetMode="External"/><Relationship Id="rId1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image2.png"/><Relationship Id="rId13" Type="http://schemas.openxmlformats.org/officeDocument/2006/relationships/hyperlink" Target="http://gzccidtr.yanj.cn/" TargetMode="External"/><Relationship Id="rId14" Type="http://schemas.openxmlformats.org/officeDocument/2006/relationships/hyperlink" Target="https://wenku.baidu.com/p/cir201?from=wenku" TargetMode="External"/><Relationship Id="rId15" Type="http://schemas.openxmlformats.org/officeDocument/2006/relationships/image" Target="../media/image3.png"/><Relationship Id="rId16" Type="http://schemas.openxmlformats.org/officeDocument/2006/relationships/image" Target="../media/image4.jpeg"/><Relationship Id="rId17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image5.png"/><Relationship Id="rId13" Type="http://schemas.openxmlformats.org/officeDocument/2006/relationships/hyperlink" Target="http://gzccidtr.yanj.cn/" TargetMode="External"/><Relationship Id="rId14" Type="http://schemas.openxmlformats.org/officeDocument/2006/relationships/hyperlink" Target="https://wenku.baidu.com/p/cir201?from=wenku" TargetMode="External"/><Relationship Id="rId15" Type="http://schemas.openxmlformats.org/officeDocument/2006/relationships/image" Target="../media/image3.png"/><Relationship Id="rId16" Type="http://schemas.openxmlformats.org/officeDocument/2006/relationships/image" Target="../media/image4.jpeg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56C3B3-7730-416A-AF19-5920DD2A8F3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9DBD48E-45EE-414C-B22A-618849C4E76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38"/>
            <a:ext cx="12192000" cy="6858000"/>
          </a:xfrm>
          <a:prstGeom prst="rect">
            <a:avLst/>
          </a:prstGeom>
        </p:spPr>
      </p:pic>
      <p:sp>
        <p:nvSpPr>
          <p:cNvPr id="27" name="Rectangle 4"/>
          <p:cNvSpPr/>
          <p:nvPr userDrawn="1"/>
        </p:nvSpPr>
        <p:spPr>
          <a:xfrm>
            <a:off x="16591" y="4869160"/>
            <a:ext cx="12175410" cy="10462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更多共享课件与模板资源下载地址如下，也可以扫描右侧二维码下载。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hlinkClick r:id="rId13"/>
              </a:rPr>
              <a:t>http://gzccidtr.yanj.cn/</a:t>
            </a:r>
            <a:r>
              <a:rPr lang="en-US" altLang="zh-CN" sz="2400" dirty="0">
                <a:solidFill>
                  <a:schemeClr val="tx1"/>
                </a:solidFill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  <a:hlinkClick r:id="rId14"/>
              </a:rPr>
              <a:t>https://wenku.baidu.com/p/cir201?from=wenku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图片包含 地图, 文字&#10;&#10;已生成极高可信度的说明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0" y="0"/>
            <a:ext cx="12216660" cy="6137413"/>
          </a:xfrm>
          <a:prstGeom prst="rect">
            <a:avLst/>
          </a:prstGeom>
        </p:spPr>
      </p:pic>
      <p:sp>
        <p:nvSpPr>
          <p:cNvPr id="11" name="Rectangle 4"/>
          <p:cNvSpPr/>
          <p:nvPr userDrawn="1"/>
        </p:nvSpPr>
        <p:spPr>
          <a:xfrm>
            <a:off x="16591" y="5805264"/>
            <a:ext cx="12175410" cy="10462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更多共享课件与模板资源下载地址如下，也可以扫描右侧二维码下载。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hlinkClick r:id="rId13"/>
              </a:rPr>
              <a:t>http://gzccidtr.yanj.cn/</a:t>
            </a:r>
            <a:r>
              <a:rPr lang="en-US" altLang="zh-CN" sz="2400" dirty="0">
                <a:solidFill>
                  <a:schemeClr val="tx1"/>
                </a:solidFill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  <a:hlinkClick r:id="rId14"/>
              </a:rPr>
              <a:t>https://wenku.baidu.com/p/cir201?from=wenku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331914"/>
            <a:ext cx="1358774" cy="13587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04" t="79479" r="-399" b="199"/>
          <a:stretch>
            <a:fillRect/>
          </a:stretch>
        </p:blipFill>
        <p:spPr>
          <a:xfrm>
            <a:off x="5303912" y="4081762"/>
            <a:ext cx="1728192" cy="1588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advTm="2000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图片包含 文字, 屏幕截图&#10;&#10;已生成高可信度的说明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07609" cy="6858000"/>
          </a:xfrm>
          <a:prstGeom prst="rect">
            <a:avLst/>
          </a:prstGeom>
        </p:spPr>
      </p:pic>
      <p:sp>
        <p:nvSpPr>
          <p:cNvPr id="24" name="Rectangle 4"/>
          <p:cNvSpPr/>
          <p:nvPr userDrawn="1"/>
        </p:nvSpPr>
        <p:spPr>
          <a:xfrm>
            <a:off x="16591" y="6165304"/>
            <a:ext cx="12175410" cy="686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更多共享课件与模板资源下载地址如下，也可以扫描右侧二维码下载。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hlinkClick r:id="rId13"/>
              </a:rPr>
              <a:t>http://gzccidtr.yanj.cn/</a:t>
            </a:r>
            <a:r>
              <a:rPr lang="en-US" altLang="zh-CN" sz="2400" dirty="0">
                <a:solidFill>
                  <a:schemeClr val="tx1"/>
                </a:solidFill>
              </a:rPr>
              <a:t>         </a:t>
            </a:r>
            <a:r>
              <a:rPr lang="en-US" altLang="zh-CN" sz="2400" dirty="0">
                <a:solidFill>
                  <a:schemeClr val="tx1"/>
                </a:solidFill>
                <a:hlinkClick r:id="rId14"/>
              </a:rPr>
              <a:t>https://wenku.baidu.com/p/cir201?from=wenku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810" y="4522887"/>
            <a:ext cx="1358774" cy="135877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 rotWithShape="1"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04" t="79479" r="-399" b="199"/>
          <a:stretch>
            <a:fillRect/>
          </a:stretch>
        </p:blipFill>
        <p:spPr>
          <a:xfrm>
            <a:off x="7977586" y="4425476"/>
            <a:ext cx="1584176" cy="14561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56C3B3-7730-416A-AF19-5920DD2A8F3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9DBD48E-45EE-414C-B22A-618849C4E76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56C3B3-7730-416A-AF19-5920DD2A8F3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9DBD48E-45EE-414C-B22A-618849C4E76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5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slideLayout" Target="../slideLayouts/slideLayout5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5200650"/>
            <a:ext cx="586581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任意多边形 47"/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" name="椭圆 9"/>
          <p:cNvSpPr/>
          <p:nvPr/>
        </p:nvSpPr>
        <p:spPr>
          <a:xfrm>
            <a:off x="323850" y="247650"/>
            <a:ext cx="1333500" cy="1333500"/>
          </a:xfrm>
          <a:prstGeom prst="ellipse">
            <a:avLst/>
          </a:prstGeom>
          <a:solidFill>
            <a:srgbClr val="CCE8CF"/>
          </a:solidFill>
          <a:ln w="381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grpSp>
        <p:nvGrpSpPr>
          <p:cNvPr id="62" name="组合 61"/>
          <p:cNvGrpSpPr/>
          <p:nvPr/>
        </p:nvGrpSpPr>
        <p:grpSpPr>
          <a:xfrm>
            <a:off x="475624" y="571426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55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6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7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8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9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0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1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</p:grpSp>
      <p:sp>
        <p:nvSpPr>
          <p:cNvPr id="26630" name="文本框 62"/>
          <p:cNvSpPr txBox="1">
            <a:spLocks noChangeArrowheads="1"/>
          </p:cNvSpPr>
          <p:nvPr/>
        </p:nvSpPr>
        <p:spPr bwMode="auto">
          <a:xfrm>
            <a:off x="2489701" y="3613473"/>
            <a:ext cx="7427297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t>《基于 Vue 与 Spring Boot 的轻小说阅读系统设计与实现》</a:t>
            </a:r>
            <a:endParaRPr lang="zh-CN" altLang="en-US" sz="4000" b="1" dirty="0">
              <a:solidFill>
                <a:srgbClr val="4B649F"/>
              </a:solidFill>
            </a:endParaRPr>
          </a:p>
        </p:txBody>
      </p:sp>
      <p:grpSp>
        <p:nvGrpSpPr>
          <p:cNvPr id="26631" name="组合 1026"/>
          <p:cNvGrpSpPr/>
          <p:nvPr/>
        </p:nvGrpSpPr>
        <p:grpSpPr bwMode="auto">
          <a:xfrm>
            <a:off x="3464119" y="4654734"/>
            <a:ext cx="315913" cy="317500"/>
            <a:chOff x="2724480" y="3856218"/>
            <a:chExt cx="317004" cy="317004"/>
          </a:xfrm>
        </p:grpSpPr>
        <p:sp>
          <p:nvSpPr>
            <p:cNvPr id="1024" name="椭圆 1023"/>
            <p:cNvSpPr/>
            <p:nvPr/>
          </p:nvSpPr>
          <p:spPr>
            <a:xfrm>
              <a:off x="2724480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3" name="KSO_Shape"/>
            <p:cNvSpPr/>
            <p:nvPr/>
          </p:nvSpPr>
          <p:spPr bwMode="auto">
            <a:xfrm>
              <a:off x="2799351" y="3908524"/>
              <a:ext cx="167263" cy="212393"/>
            </a:xfrm>
            <a:custGeom>
              <a:avLst/>
              <a:gdLst>
                <a:gd name="T0" fmla="*/ 646796 w 5367"/>
                <a:gd name="T1" fmla="*/ 843536 h 6897"/>
                <a:gd name="T2" fmla="*/ 520861 w 5367"/>
                <a:gd name="T3" fmla="*/ 880824 h 6897"/>
                <a:gd name="T4" fmla="*/ 403764 w 5367"/>
                <a:gd name="T5" fmla="*/ 946285 h 6897"/>
                <a:gd name="T6" fmla="*/ 297714 w 5367"/>
                <a:gd name="T7" fmla="*/ 1036605 h 6897"/>
                <a:gd name="T8" fmla="*/ 204644 w 5367"/>
                <a:gd name="T9" fmla="*/ 1149850 h 6897"/>
                <a:gd name="T10" fmla="*/ 126487 w 5367"/>
                <a:gd name="T11" fmla="*/ 1282429 h 6897"/>
                <a:gd name="T12" fmla="*/ 65729 w 5367"/>
                <a:gd name="T13" fmla="*/ 1432134 h 6897"/>
                <a:gd name="T14" fmla="*/ 23475 w 5367"/>
                <a:gd name="T15" fmla="*/ 1595648 h 6897"/>
                <a:gd name="T16" fmla="*/ 2209 w 5367"/>
                <a:gd name="T17" fmla="*/ 1771316 h 6897"/>
                <a:gd name="T18" fmla="*/ 1481389 w 5367"/>
                <a:gd name="T19" fmla="*/ 1905000 h 6897"/>
                <a:gd name="T20" fmla="*/ 1480009 w 5367"/>
                <a:gd name="T21" fmla="*/ 1771316 h 6897"/>
                <a:gd name="T22" fmla="*/ 1459020 w 5367"/>
                <a:gd name="T23" fmla="*/ 1595648 h 6897"/>
                <a:gd name="T24" fmla="*/ 1417041 w 5367"/>
                <a:gd name="T25" fmla="*/ 1432134 h 6897"/>
                <a:gd name="T26" fmla="*/ 1355731 w 5367"/>
                <a:gd name="T27" fmla="*/ 1282429 h 6897"/>
                <a:gd name="T28" fmla="*/ 1277850 w 5367"/>
                <a:gd name="T29" fmla="*/ 1149850 h 6897"/>
                <a:gd name="T30" fmla="*/ 1184780 w 5367"/>
                <a:gd name="T31" fmla="*/ 1036605 h 6897"/>
                <a:gd name="T32" fmla="*/ 1078730 w 5367"/>
                <a:gd name="T33" fmla="*/ 946285 h 6897"/>
                <a:gd name="T34" fmla="*/ 961633 w 5367"/>
                <a:gd name="T35" fmla="*/ 880824 h 6897"/>
                <a:gd name="T36" fmla="*/ 835422 w 5367"/>
                <a:gd name="T37" fmla="*/ 843536 h 6897"/>
                <a:gd name="T38" fmla="*/ 747875 w 5367"/>
                <a:gd name="T39" fmla="*/ 731120 h 6897"/>
                <a:gd name="T40" fmla="*/ 805043 w 5367"/>
                <a:gd name="T41" fmla="*/ 726701 h 6897"/>
                <a:gd name="T42" fmla="*/ 868286 w 5367"/>
                <a:gd name="T43" fmla="*/ 711786 h 6897"/>
                <a:gd name="T44" fmla="*/ 926559 w 5367"/>
                <a:gd name="T45" fmla="*/ 686927 h 6897"/>
                <a:gd name="T46" fmla="*/ 979032 w 5367"/>
                <a:gd name="T47" fmla="*/ 653230 h 6897"/>
                <a:gd name="T48" fmla="*/ 1024876 w 5367"/>
                <a:gd name="T49" fmla="*/ 611246 h 6897"/>
                <a:gd name="T50" fmla="*/ 1063264 w 5367"/>
                <a:gd name="T51" fmla="*/ 562358 h 6897"/>
                <a:gd name="T52" fmla="*/ 1092815 w 5367"/>
                <a:gd name="T53" fmla="*/ 507945 h 6897"/>
                <a:gd name="T54" fmla="*/ 1112699 w 5367"/>
                <a:gd name="T55" fmla="*/ 448008 h 6897"/>
                <a:gd name="T56" fmla="*/ 1121813 w 5367"/>
                <a:gd name="T57" fmla="*/ 384204 h 6897"/>
                <a:gd name="T58" fmla="*/ 1120432 w 5367"/>
                <a:gd name="T59" fmla="*/ 328134 h 6897"/>
                <a:gd name="T60" fmla="*/ 1108004 w 5367"/>
                <a:gd name="T61" fmla="*/ 265711 h 6897"/>
                <a:gd name="T62" fmla="*/ 1085358 w 5367"/>
                <a:gd name="T63" fmla="*/ 207155 h 6897"/>
                <a:gd name="T64" fmla="*/ 1053322 w 5367"/>
                <a:gd name="T65" fmla="*/ 153847 h 6897"/>
                <a:gd name="T66" fmla="*/ 1012725 w 5367"/>
                <a:gd name="T67" fmla="*/ 107168 h 6897"/>
                <a:gd name="T68" fmla="*/ 964671 w 5367"/>
                <a:gd name="T69" fmla="*/ 67395 h 6897"/>
                <a:gd name="T70" fmla="*/ 910541 w 5367"/>
                <a:gd name="T71" fmla="*/ 36183 h 6897"/>
                <a:gd name="T72" fmla="*/ 850335 w 5367"/>
                <a:gd name="T73" fmla="*/ 14087 h 6897"/>
                <a:gd name="T74" fmla="*/ 786263 w 5367"/>
                <a:gd name="T75" fmla="*/ 1933 h 6897"/>
                <a:gd name="T76" fmla="*/ 728819 w 5367"/>
                <a:gd name="T77" fmla="*/ 276 h 6897"/>
                <a:gd name="T78" fmla="*/ 663366 w 5367"/>
                <a:gd name="T79" fmla="*/ 9391 h 6897"/>
                <a:gd name="T80" fmla="*/ 602332 w 5367"/>
                <a:gd name="T81" fmla="*/ 28726 h 6897"/>
                <a:gd name="T82" fmla="*/ 546545 w 5367"/>
                <a:gd name="T83" fmla="*/ 57451 h 6897"/>
                <a:gd name="T84" fmla="*/ 496282 w 5367"/>
                <a:gd name="T85" fmla="*/ 95015 h 6897"/>
                <a:gd name="T86" fmla="*/ 453751 w 5367"/>
                <a:gd name="T87" fmla="*/ 139761 h 6897"/>
                <a:gd name="T88" fmla="*/ 418954 w 5367"/>
                <a:gd name="T89" fmla="*/ 191411 h 6897"/>
                <a:gd name="T90" fmla="*/ 393546 w 5367"/>
                <a:gd name="T91" fmla="*/ 248310 h 6897"/>
                <a:gd name="T92" fmla="*/ 378356 w 5367"/>
                <a:gd name="T93" fmla="*/ 309628 h 6897"/>
                <a:gd name="T94" fmla="*/ 373938 w 5367"/>
                <a:gd name="T95" fmla="*/ 365698 h 6897"/>
                <a:gd name="T96" fmla="*/ 380013 w 5367"/>
                <a:gd name="T97" fmla="*/ 430054 h 6897"/>
                <a:gd name="T98" fmla="*/ 396584 w 5367"/>
                <a:gd name="T99" fmla="*/ 491096 h 6897"/>
                <a:gd name="T100" fmla="*/ 423372 w 5367"/>
                <a:gd name="T101" fmla="*/ 547719 h 6897"/>
                <a:gd name="T102" fmla="*/ 459551 w 5367"/>
                <a:gd name="T103" fmla="*/ 597988 h 6897"/>
                <a:gd name="T104" fmla="*/ 503186 w 5367"/>
                <a:gd name="T105" fmla="*/ 641905 h 6897"/>
                <a:gd name="T106" fmla="*/ 554278 w 5367"/>
                <a:gd name="T107" fmla="*/ 678088 h 6897"/>
                <a:gd name="T108" fmla="*/ 610894 w 5367"/>
                <a:gd name="T109" fmla="*/ 705709 h 6897"/>
                <a:gd name="T110" fmla="*/ 672756 w 5367"/>
                <a:gd name="T111" fmla="*/ 723662 h 6897"/>
                <a:gd name="T112" fmla="*/ 738209 w 5367"/>
                <a:gd name="T113" fmla="*/ 730844 h 68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367" h="6897">
                  <a:moveTo>
                    <a:pt x="2684" y="3025"/>
                  </a:moveTo>
                  <a:lnTo>
                    <a:pt x="2684" y="3025"/>
                  </a:lnTo>
                  <a:lnTo>
                    <a:pt x="2615" y="3026"/>
                  </a:lnTo>
                  <a:lnTo>
                    <a:pt x="2545" y="3029"/>
                  </a:lnTo>
                  <a:lnTo>
                    <a:pt x="2478" y="3035"/>
                  </a:lnTo>
                  <a:lnTo>
                    <a:pt x="2409" y="3043"/>
                  </a:lnTo>
                  <a:lnTo>
                    <a:pt x="2342" y="3054"/>
                  </a:lnTo>
                  <a:lnTo>
                    <a:pt x="2275" y="3066"/>
                  </a:lnTo>
                  <a:lnTo>
                    <a:pt x="2209" y="3081"/>
                  </a:lnTo>
                  <a:lnTo>
                    <a:pt x="2143" y="3099"/>
                  </a:lnTo>
                  <a:lnTo>
                    <a:pt x="2077" y="3118"/>
                  </a:lnTo>
                  <a:lnTo>
                    <a:pt x="2013" y="3140"/>
                  </a:lnTo>
                  <a:lnTo>
                    <a:pt x="1949" y="3163"/>
                  </a:lnTo>
                  <a:lnTo>
                    <a:pt x="1886" y="3189"/>
                  </a:lnTo>
                  <a:lnTo>
                    <a:pt x="1823" y="3217"/>
                  </a:lnTo>
                  <a:lnTo>
                    <a:pt x="1761" y="3247"/>
                  </a:lnTo>
                  <a:lnTo>
                    <a:pt x="1700" y="3279"/>
                  </a:lnTo>
                  <a:lnTo>
                    <a:pt x="1639" y="3313"/>
                  </a:lnTo>
                  <a:lnTo>
                    <a:pt x="1579" y="3349"/>
                  </a:lnTo>
                  <a:lnTo>
                    <a:pt x="1521" y="3386"/>
                  </a:lnTo>
                  <a:lnTo>
                    <a:pt x="1462" y="3426"/>
                  </a:lnTo>
                  <a:lnTo>
                    <a:pt x="1405" y="3468"/>
                  </a:lnTo>
                  <a:lnTo>
                    <a:pt x="1348" y="3511"/>
                  </a:lnTo>
                  <a:lnTo>
                    <a:pt x="1293" y="3556"/>
                  </a:lnTo>
                  <a:lnTo>
                    <a:pt x="1237" y="3603"/>
                  </a:lnTo>
                  <a:lnTo>
                    <a:pt x="1183" y="3651"/>
                  </a:lnTo>
                  <a:lnTo>
                    <a:pt x="1131" y="3702"/>
                  </a:lnTo>
                  <a:lnTo>
                    <a:pt x="1078" y="3753"/>
                  </a:lnTo>
                  <a:lnTo>
                    <a:pt x="1027" y="3807"/>
                  </a:lnTo>
                  <a:lnTo>
                    <a:pt x="976" y="3863"/>
                  </a:lnTo>
                  <a:lnTo>
                    <a:pt x="927" y="3920"/>
                  </a:lnTo>
                  <a:lnTo>
                    <a:pt x="880" y="3978"/>
                  </a:lnTo>
                  <a:lnTo>
                    <a:pt x="833" y="4038"/>
                  </a:lnTo>
                  <a:lnTo>
                    <a:pt x="786" y="4100"/>
                  </a:lnTo>
                  <a:lnTo>
                    <a:pt x="741" y="4163"/>
                  </a:lnTo>
                  <a:lnTo>
                    <a:pt x="698" y="4227"/>
                  </a:lnTo>
                  <a:lnTo>
                    <a:pt x="655" y="4293"/>
                  </a:lnTo>
                  <a:lnTo>
                    <a:pt x="613" y="4361"/>
                  </a:lnTo>
                  <a:lnTo>
                    <a:pt x="573" y="4429"/>
                  </a:lnTo>
                  <a:lnTo>
                    <a:pt x="533" y="4499"/>
                  </a:lnTo>
                  <a:lnTo>
                    <a:pt x="495" y="4570"/>
                  </a:lnTo>
                  <a:lnTo>
                    <a:pt x="458" y="4643"/>
                  </a:lnTo>
                  <a:lnTo>
                    <a:pt x="423" y="4717"/>
                  </a:lnTo>
                  <a:lnTo>
                    <a:pt x="388" y="4791"/>
                  </a:lnTo>
                  <a:lnTo>
                    <a:pt x="356" y="4868"/>
                  </a:lnTo>
                  <a:lnTo>
                    <a:pt x="324" y="4945"/>
                  </a:lnTo>
                  <a:lnTo>
                    <a:pt x="294" y="5024"/>
                  </a:lnTo>
                  <a:lnTo>
                    <a:pt x="265" y="5104"/>
                  </a:lnTo>
                  <a:lnTo>
                    <a:pt x="238" y="5185"/>
                  </a:lnTo>
                  <a:lnTo>
                    <a:pt x="211" y="5266"/>
                  </a:lnTo>
                  <a:lnTo>
                    <a:pt x="186" y="5349"/>
                  </a:lnTo>
                  <a:lnTo>
                    <a:pt x="163" y="5433"/>
                  </a:lnTo>
                  <a:lnTo>
                    <a:pt x="141" y="5518"/>
                  </a:lnTo>
                  <a:lnTo>
                    <a:pt x="121" y="5603"/>
                  </a:lnTo>
                  <a:lnTo>
                    <a:pt x="102" y="5690"/>
                  </a:lnTo>
                  <a:lnTo>
                    <a:pt x="85" y="5777"/>
                  </a:lnTo>
                  <a:lnTo>
                    <a:pt x="69" y="5866"/>
                  </a:lnTo>
                  <a:lnTo>
                    <a:pt x="54" y="5955"/>
                  </a:lnTo>
                  <a:lnTo>
                    <a:pt x="42" y="6045"/>
                  </a:lnTo>
                  <a:lnTo>
                    <a:pt x="31" y="6136"/>
                  </a:lnTo>
                  <a:lnTo>
                    <a:pt x="22" y="6227"/>
                  </a:lnTo>
                  <a:lnTo>
                    <a:pt x="14" y="6319"/>
                  </a:lnTo>
                  <a:lnTo>
                    <a:pt x="8" y="6413"/>
                  </a:lnTo>
                  <a:lnTo>
                    <a:pt x="4" y="6506"/>
                  </a:lnTo>
                  <a:lnTo>
                    <a:pt x="1" y="6600"/>
                  </a:lnTo>
                  <a:lnTo>
                    <a:pt x="0" y="6695"/>
                  </a:lnTo>
                  <a:lnTo>
                    <a:pt x="1" y="6796"/>
                  </a:lnTo>
                  <a:lnTo>
                    <a:pt x="5" y="6897"/>
                  </a:lnTo>
                  <a:lnTo>
                    <a:pt x="5364" y="6897"/>
                  </a:lnTo>
                  <a:lnTo>
                    <a:pt x="5366" y="6796"/>
                  </a:lnTo>
                  <a:lnTo>
                    <a:pt x="5367" y="6695"/>
                  </a:lnTo>
                  <a:lnTo>
                    <a:pt x="5367" y="6600"/>
                  </a:lnTo>
                  <a:lnTo>
                    <a:pt x="5364" y="6506"/>
                  </a:lnTo>
                  <a:lnTo>
                    <a:pt x="5359" y="6413"/>
                  </a:lnTo>
                  <a:lnTo>
                    <a:pt x="5353" y="6319"/>
                  </a:lnTo>
                  <a:lnTo>
                    <a:pt x="5346" y="6227"/>
                  </a:lnTo>
                  <a:lnTo>
                    <a:pt x="5337" y="6136"/>
                  </a:lnTo>
                  <a:lnTo>
                    <a:pt x="5325" y="6045"/>
                  </a:lnTo>
                  <a:lnTo>
                    <a:pt x="5313" y="5955"/>
                  </a:lnTo>
                  <a:lnTo>
                    <a:pt x="5298" y="5866"/>
                  </a:lnTo>
                  <a:lnTo>
                    <a:pt x="5283" y="5777"/>
                  </a:lnTo>
                  <a:lnTo>
                    <a:pt x="5266" y="5690"/>
                  </a:lnTo>
                  <a:lnTo>
                    <a:pt x="5247" y="5603"/>
                  </a:lnTo>
                  <a:lnTo>
                    <a:pt x="5226" y="5518"/>
                  </a:lnTo>
                  <a:lnTo>
                    <a:pt x="5205" y="5433"/>
                  </a:lnTo>
                  <a:lnTo>
                    <a:pt x="5181" y="5349"/>
                  </a:lnTo>
                  <a:lnTo>
                    <a:pt x="5157" y="5266"/>
                  </a:lnTo>
                  <a:lnTo>
                    <a:pt x="5131" y="5185"/>
                  </a:lnTo>
                  <a:lnTo>
                    <a:pt x="5103" y="5104"/>
                  </a:lnTo>
                  <a:lnTo>
                    <a:pt x="5073" y="5024"/>
                  </a:lnTo>
                  <a:lnTo>
                    <a:pt x="5043" y="4945"/>
                  </a:lnTo>
                  <a:lnTo>
                    <a:pt x="5012" y="4868"/>
                  </a:lnTo>
                  <a:lnTo>
                    <a:pt x="4979" y="4791"/>
                  </a:lnTo>
                  <a:lnTo>
                    <a:pt x="4945" y="4717"/>
                  </a:lnTo>
                  <a:lnTo>
                    <a:pt x="4909" y="4643"/>
                  </a:lnTo>
                  <a:lnTo>
                    <a:pt x="4872" y="4570"/>
                  </a:lnTo>
                  <a:lnTo>
                    <a:pt x="4834" y="4499"/>
                  </a:lnTo>
                  <a:lnTo>
                    <a:pt x="4796" y="4429"/>
                  </a:lnTo>
                  <a:lnTo>
                    <a:pt x="4755" y="4361"/>
                  </a:lnTo>
                  <a:lnTo>
                    <a:pt x="4713" y="4293"/>
                  </a:lnTo>
                  <a:lnTo>
                    <a:pt x="4671" y="4227"/>
                  </a:lnTo>
                  <a:lnTo>
                    <a:pt x="4627" y="4163"/>
                  </a:lnTo>
                  <a:lnTo>
                    <a:pt x="4582" y="4100"/>
                  </a:lnTo>
                  <a:lnTo>
                    <a:pt x="4536" y="4038"/>
                  </a:lnTo>
                  <a:lnTo>
                    <a:pt x="4489" y="3978"/>
                  </a:lnTo>
                  <a:lnTo>
                    <a:pt x="4440" y="3920"/>
                  </a:lnTo>
                  <a:lnTo>
                    <a:pt x="4391" y="3863"/>
                  </a:lnTo>
                  <a:lnTo>
                    <a:pt x="4340" y="3807"/>
                  </a:lnTo>
                  <a:lnTo>
                    <a:pt x="4290" y="3753"/>
                  </a:lnTo>
                  <a:lnTo>
                    <a:pt x="4238" y="3702"/>
                  </a:lnTo>
                  <a:lnTo>
                    <a:pt x="4184" y="3651"/>
                  </a:lnTo>
                  <a:lnTo>
                    <a:pt x="4130" y="3603"/>
                  </a:lnTo>
                  <a:lnTo>
                    <a:pt x="4076" y="3556"/>
                  </a:lnTo>
                  <a:lnTo>
                    <a:pt x="4020" y="3511"/>
                  </a:lnTo>
                  <a:lnTo>
                    <a:pt x="3963" y="3468"/>
                  </a:lnTo>
                  <a:lnTo>
                    <a:pt x="3906" y="3426"/>
                  </a:lnTo>
                  <a:lnTo>
                    <a:pt x="3848" y="3386"/>
                  </a:lnTo>
                  <a:lnTo>
                    <a:pt x="3788" y="3349"/>
                  </a:lnTo>
                  <a:lnTo>
                    <a:pt x="3728" y="3313"/>
                  </a:lnTo>
                  <a:lnTo>
                    <a:pt x="3668" y="3279"/>
                  </a:lnTo>
                  <a:lnTo>
                    <a:pt x="3607" y="3247"/>
                  </a:lnTo>
                  <a:lnTo>
                    <a:pt x="3545" y="3217"/>
                  </a:lnTo>
                  <a:lnTo>
                    <a:pt x="3482" y="3189"/>
                  </a:lnTo>
                  <a:lnTo>
                    <a:pt x="3419" y="3163"/>
                  </a:lnTo>
                  <a:lnTo>
                    <a:pt x="3355" y="3140"/>
                  </a:lnTo>
                  <a:lnTo>
                    <a:pt x="3290" y="3118"/>
                  </a:lnTo>
                  <a:lnTo>
                    <a:pt x="3225" y="3099"/>
                  </a:lnTo>
                  <a:lnTo>
                    <a:pt x="3159" y="3081"/>
                  </a:lnTo>
                  <a:lnTo>
                    <a:pt x="3093" y="3066"/>
                  </a:lnTo>
                  <a:lnTo>
                    <a:pt x="3025" y="3054"/>
                  </a:lnTo>
                  <a:lnTo>
                    <a:pt x="2958" y="3043"/>
                  </a:lnTo>
                  <a:lnTo>
                    <a:pt x="2891" y="3035"/>
                  </a:lnTo>
                  <a:lnTo>
                    <a:pt x="2822" y="3029"/>
                  </a:lnTo>
                  <a:lnTo>
                    <a:pt x="2753" y="3026"/>
                  </a:lnTo>
                  <a:lnTo>
                    <a:pt x="2684" y="3025"/>
                  </a:lnTo>
                  <a:close/>
                  <a:moveTo>
                    <a:pt x="2708" y="2647"/>
                  </a:moveTo>
                  <a:lnTo>
                    <a:pt x="2708" y="2647"/>
                  </a:lnTo>
                  <a:lnTo>
                    <a:pt x="2743" y="2646"/>
                  </a:lnTo>
                  <a:lnTo>
                    <a:pt x="2778" y="2645"/>
                  </a:lnTo>
                  <a:lnTo>
                    <a:pt x="2813" y="2643"/>
                  </a:lnTo>
                  <a:lnTo>
                    <a:pt x="2847" y="2640"/>
                  </a:lnTo>
                  <a:lnTo>
                    <a:pt x="2882" y="2636"/>
                  </a:lnTo>
                  <a:lnTo>
                    <a:pt x="2915" y="2631"/>
                  </a:lnTo>
                  <a:lnTo>
                    <a:pt x="2949" y="2626"/>
                  </a:lnTo>
                  <a:lnTo>
                    <a:pt x="2982" y="2620"/>
                  </a:lnTo>
                  <a:lnTo>
                    <a:pt x="3014" y="2613"/>
                  </a:lnTo>
                  <a:lnTo>
                    <a:pt x="3047" y="2605"/>
                  </a:lnTo>
                  <a:lnTo>
                    <a:pt x="3079" y="2596"/>
                  </a:lnTo>
                  <a:lnTo>
                    <a:pt x="3112" y="2587"/>
                  </a:lnTo>
                  <a:lnTo>
                    <a:pt x="3144" y="2577"/>
                  </a:lnTo>
                  <a:lnTo>
                    <a:pt x="3175" y="2566"/>
                  </a:lnTo>
                  <a:lnTo>
                    <a:pt x="3205" y="2555"/>
                  </a:lnTo>
                  <a:lnTo>
                    <a:pt x="3236" y="2542"/>
                  </a:lnTo>
                  <a:lnTo>
                    <a:pt x="3266" y="2530"/>
                  </a:lnTo>
                  <a:lnTo>
                    <a:pt x="3297" y="2517"/>
                  </a:lnTo>
                  <a:lnTo>
                    <a:pt x="3326" y="2502"/>
                  </a:lnTo>
                  <a:lnTo>
                    <a:pt x="3355" y="2487"/>
                  </a:lnTo>
                  <a:lnTo>
                    <a:pt x="3383" y="2472"/>
                  </a:lnTo>
                  <a:lnTo>
                    <a:pt x="3411" y="2455"/>
                  </a:lnTo>
                  <a:lnTo>
                    <a:pt x="3439" y="2438"/>
                  </a:lnTo>
                  <a:lnTo>
                    <a:pt x="3466" y="2421"/>
                  </a:lnTo>
                  <a:lnTo>
                    <a:pt x="3493" y="2403"/>
                  </a:lnTo>
                  <a:lnTo>
                    <a:pt x="3519" y="2384"/>
                  </a:lnTo>
                  <a:lnTo>
                    <a:pt x="3545" y="2365"/>
                  </a:lnTo>
                  <a:lnTo>
                    <a:pt x="3571" y="2345"/>
                  </a:lnTo>
                  <a:lnTo>
                    <a:pt x="3596" y="2324"/>
                  </a:lnTo>
                  <a:lnTo>
                    <a:pt x="3619" y="2303"/>
                  </a:lnTo>
                  <a:lnTo>
                    <a:pt x="3643" y="2282"/>
                  </a:lnTo>
                  <a:lnTo>
                    <a:pt x="3667" y="2259"/>
                  </a:lnTo>
                  <a:lnTo>
                    <a:pt x="3689" y="2237"/>
                  </a:lnTo>
                  <a:lnTo>
                    <a:pt x="3711" y="2213"/>
                  </a:lnTo>
                  <a:lnTo>
                    <a:pt x="3733" y="2189"/>
                  </a:lnTo>
                  <a:lnTo>
                    <a:pt x="3754" y="2165"/>
                  </a:lnTo>
                  <a:lnTo>
                    <a:pt x="3774" y="2140"/>
                  </a:lnTo>
                  <a:lnTo>
                    <a:pt x="3795" y="2115"/>
                  </a:lnTo>
                  <a:lnTo>
                    <a:pt x="3814" y="2089"/>
                  </a:lnTo>
                  <a:lnTo>
                    <a:pt x="3832" y="2063"/>
                  </a:lnTo>
                  <a:lnTo>
                    <a:pt x="3850" y="2036"/>
                  </a:lnTo>
                  <a:lnTo>
                    <a:pt x="3868" y="2010"/>
                  </a:lnTo>
                  <a:lnTo>
                    <a:pt x="3884" y="1983"/>
                  </a:lnTo>
                  <a:lnTo>
                    <a:pt x="3900" y="1954"/>
                  </a:lnTo>
                  <a:lnTo>
                    <a:pt x="3915" y="1925"/>
                  </a:lnTo>
                  <a:lnTo>
                    <a:pt x="3930" y="1897"/>
                  </a:lnTo>
                  <a:lnTo>
                    <a:pt x="3944" y="1868"/>
                  </a:lnTo>
                  <a:lnTo>
                    <a:pt x="3957" y="1839"/>
                  </a:lnTo>
                  <a:lnTo>
                    <a:pt x="3970" y="1808"/>
                  </a:lnTo>
                  <a:lnTo>
                    <a:pt x="3981" y="1778"/>
                  </a:lnTo>
                  <a:lnTo>
                    <a:pt x="3993" y="1748"/>
                  </a:lnTo>
                  <a:lnTo>
                    <a:pt x="4003" y="1717"/>
                  </a:lnTo>
                  <a:lnTo>
                    <a:pt x="4012" y="1686"/>
                  </a:lnTo>
                  <a:lnTo>
                    <a:pt x="4021" y="1654"/>
                  </a:lnTo>
                  <a:lnTo>
                    <a:pt x="4029" y="1622"/>
                  </a:lnTo>
                  <a:lnTo>
                    <a:pt x="4036" y="1590"/>
                  </a:lnTo>
                  <a:lnTo>
                    <a:pt x="4042" y="1557"/>
                  </a:lnTo>
                  <a:lnTo>
                    <a:pt x="4048" y="1525"/>
                  </a:lnTo>
                  <a:lnTo>
                    <a:pt x="4052" y="1492"/>
                  </a:lnTo>
                  <a:lnTo>
                    <a:pt x="4057" y="1459"/>
                  </a:lnTo>
                  <a:lnTo>
                    <a:pt x="4060" y="1425"/>
                  </a:lnTo>
                  <a:lnTo>
                    <a:pt x="4062" y="1391"/>
                  </a:lnTo>
                  <a:lnTo>
                    <a:pt x="4063" y="1357"/>
                  </a:lnTo>
                  <a:lnTo>
                    <a:pt x="4063" y="1324"/>
                  </a:lnTo>
                  <a:lnTo>
                    <a:pt x="4063" y="1289"/>
                  </a:lnTo>
                  <a:lnTo>
                    <a:pt x="4062" y="1255"/>
                  </a:lnTo>
                  <a:lnTo>
                    <a:pt x="4060" y="1221"/>
                  </a:lnTo>
                  <a:lnTo>
                    <a:pt x="4057" y="1188"/>
                  </a:lnTo>
                  <a:lnTo>
                    <a:pt x="4052" y="1155"/>
                  </a:lnTo>
                  <a:lnTo>
                    <a:pt x="4048" y="1121"/>
                  </a:lnTo>
                  <a:lnTo>
                    <a:pt x="4042" y="1089"/>
                  </a:lnTo>
                  <a:lnTo>
                    <a:pt x="4036" y="1057"/>
                  </a:lnTo>
                  <a:lnTo>
                    <a:pt x="4029" y="1025"/>
                  </a:lnTo>
                  <a:lnTo>
                    <a:pt x="4021" y="993"/>
                  </a:lnTo>
                  <a:lnTo>
                    <a:pt x="4012" y="962"/>
                  </a:lnTo>
                  <a:lnTo>
                    <a:pt x="4003" y="930"/>
                  </a:lnTo>
                  <a:lnTo>
                    <a:pt x="3993" y="899"/>
                  </a:lnTo>
                  <a:lnTo>
                    <a:pt x="3981" y="868"/>
                  </a:lnTo>
                  <a:lnTo>
                    <a:pt x="3970" y="838"/>
                  </a:lnTo>
                  <a:lnTo>
                    <a:pt x="3957" y="809"/>
                  </a:lnTo>
                  <a:lnTo>
                    <a:pt x="3944" y="778"/>
                  </a:lnTo>
                  <a:lnTo>
                    <a:pt x="3930" y="750"/>
                  </a:lnTo>
                  <a:lnTo>
                    <a:pt x="3915" y="721"/>
                  </a:lnTo>
                  <a:lnTo>
                    <a:pt x="3900" y="693"/>
                  </a:lnTo>
                  <a:lnTo>
                    <a:pt x="3884" y="665"/>
                  </a:lnTo>
                  <a:lnTo>
                    <a:pt x="3868" y="638"/>
                  </a:lnTo>
                  <a:lnTo>
                    <a:pt x="3850" y="610"/>
                  </a:lnTo>
                  <a:lnTo>
                    <a:pt x="3832" y="584"/>
                  </a:lnTo>
                  <a:lnTo>
                    <a:pt x="3814" y="557"/>
                  </a:lnTo>
                  <a:lnTo>
                    <a:pt x="3795" y="532"/>
                  </a:lnTo>
                  <a:lnTo>
                    <a:pt x="3774" y="506"/>
                  </a:lnTo>
                  <a:lnTo>
                    <a:pt x="3754" y="481"/>
                  </a:lnTo>
                  <a:lnTo>
                    <a:pt x="3733" y="458"/>
                  </a:lnTo>
                  <a:lnTo>
                    <a:pt x="3711" y="433"/>
                  </a:lnTo>
                  <a:lnTo>
                    <a:pt x="3689" y="411"/>
                  </a:lnTo>
                  <a:lnTo>
                    <a:pt x="3667" y="388"/>
                  </a:lnTo>
                  <a:lnTo>
                    <a:pt x="3643" y="366"/>
                  </a:lnTo>
                  <a:lnTo>
                    <a:pt x="3619" y="344"/>
                  </a:lnTo>
                  <a:lnTo>
                    <a:pt x="3596" y="323"/>
                  </a:lnTo>
                  <a:lnTo>
                    <a:pt x="3571" y="303"/>
                  </a:lnTo>
                  <a:lnTo>
                    <a:pt x="3545" y="282"/>
                  </a:lnTo>
                  <a:lnTo>
                    <a:pt x="3519" y="263"/>
                  </a:lnTo>
                  <a:lnTo>
                    <a:pt x="3493" y="244"/>
                  </a:lnTo>
                  <a:lnTo>
                    <a:pt x="3466" y="226"/>
                  </a:lnTo>
                  <a:lnTo>
                    <a:pt x="3439" y="208"/>
                  </a:lnTo>
                  <a:lnTo>
                    <a:pt x="3411" y="191"/>
                  </a:lnTo>
                  <a:lnTo>
                    <a:pt x="3383" y="176"/>
                  </a:lnTo>
                  <a:lnTo>
                    <a:pt x="3355" y="160"/>
                  </a:lnTo>
                  <a:lnTo>
                    <a:pt x="3326" y="145"/>
                  </a:lnTo>
                  <a:lnTo>
                    <a:pt x="3297" y="131"/>
                  </a:lnTo>
                  <a:lnTo>
                    <a:pt x="3266" y="117"/>
                  </a:lnTo>
                  <a:lnTo>
                    <a:pt x="3236" y="104"/>
                  </a:lnTo>
                  <a:lnTo>
                    <a:pt x="3205" y="92"/>
                  </a:lnTo>
                  <a:lnTo>
                    <a:pt x="3175" y="80"/>
                  </a:lnTo>
                  <a:lnTo>
                    <a:pt x="3144" y="70"/>
                  </a:lnTo>
                  <a:lnTo>
                    <a:pt x="3112" y="60"/>
                  </a:lnTo>
                  <a:lnTo>
                    <a:pt x="3079" y="51"/>
                  </a:lnTo>
                  <a:lnTo>
                    <a:pt x="3047" y="42"/>
                  </a:lnTo>
                  <a:lnTo>
                    <a:pt x="3014" y="34"/>
                  </a:lnTo>
                  <a:lnTo>
                    <a:pt x="2982" y="27"/>
                  </a:lnTo>
                  <a:lnTo>
                    <a:pt x="2949" y="20"/>
                  </a:lnTo>
                  <a:lnTo>
                    <a:pt x="2915" y="15"/>
                  </a:lnTo>
                  <a:lnTo>
                    <a:pt x="2882" y="10"/>
                  </a:lnTo>
                  <a:lnTo>
                    <a:pt x="2847" y="7"/>
                  </a:lnTo>
                  <a:lnTo>
                    <a:pt x="2813" y="4"/>
                  </a:lnTo>
                  <a:lnTo>
                    <a:pt x="2778" y="1"/>
                  </a:lnTo>
                  <a:lnTo>
                    <a:pt x="2743" y="0"/>
                  </a:lnTo>
                  <a:lnTo>
                    <a:pt x="2708" y="0"/>
                  </a:lnTo>
                  <a:lnTo>
                    <a:pt x="2673" y="0"/>
                  </a:lnTo>
                  <a:lnTo>
                    <a:pt x="2639" y="1"/>
                  </a:lnTo>
                  <a:lnTo>
                    <a:pt x="2605" y="4"/>
                  </a:lnTo>
                  <a:lnTo>
                    <a:pt x="2570" y="7"/>
                  </a:lnTo>
                  <a:lnTo>
                    <a:pt x="2536" y="10"/>
                  </a:lnTo>
                  <a:lnTo>
                    <a:pt x="2503" y="15"/>
                  </a:lnTo>
                  <a:lnTo>
                    <a:pt x="2469" y="20"/>
                  </a:lnTo>
                  <a:lnTo>
                    <a:pt x="2436" y="27"/>
                  </a:lnTo>
                  <a:lnTo>
                    <a:pt x="2402" y="34"/>
                  </a:lnTo>
                  <a:lnTo>
                    <a:pt x="2370" y="42"/>
                  </a:lnTo>
                  <a:lnTo>
                    <a:pt x="2338" y="51"/>
                  </a:lnTo>
                  <a:lnTo>
                    <a:pt x="2306" y="60"/>
                  </a:lnTo>
                  <a:lnTo>
                    <a:pt x="2274" y="70"/>
                  </a:lnTo>
                  <a:lnTo>
                    <a:pt x="2243" y="80"/>
                  </a:lnTo>
                  <a:lnTo>
                    <a:pt x="2212" y="92"/>
                  </a:lnTo>
                  <a:lnTo>
                    <a:pt x="2181" y="104"/>
                  </a:lnTo>
                  <a:lnTo>
                    <a:pt x="2152" y="117"/>
                  </a:lnTo>
                  <a:lnTo>
                    <a:pt x="2121" y="131"/>
                  </a:lnTo>
                  <a:lnTo>
                    <a:pt x="2092" y="145"/>
                  </a:lnTo>
                  <a:lnTo>
                    <a:pt x="2063" y="160"/>
                  </a:lnTo>
                  <a:lnTo>
                    <a:pt x="2035" y="176"/>
                  </a:lnTo>
                  <a:lnTo>
                    <a:pt x="2007" y="191"/>
                  </a:lnTo>
                  <a:lnTo>
                    <a:pt x="1979" y="208"/>
                  </a:lnTo>
                  <a:lnTo>
                    <a:pt x="1952" y="226"/>
                  </a:lnTo>
                  <a:lnTo>
                    <a:pt x="1925" y="244"/>
                  </a:lnTo>
                  <a:lnTo>
                    <a:pt x="1899" y="263"/>
                  </a:lnTo>
                  <a:lnTo>
                    <a:pt x="1873" y="282"/>
                  </a:lnTo>
                  <a:lnTo>
                    <a:pt x="1847" y="303"/>
                  </a:lnTo>
                  <a:lnTo>
                    <a:pt x="1822" y="323"/>
                  </a:lnTo>
                  <a:lnTo>
                    <a:pt x="1797" y="344"/>
                  </a:lnTo>
                  <a:lnTo>
                    <a:pt x="1774" y="366"/>
                  </a:lnTo>
                  <a:lnTo>
                    <a:pt x="1751" y="388"/>
                  </a:lnTo>
                  <a:lnTo>
                    <a:pt x="1728" y="411"/>
                  </a:lnTo>
                  <a:lnTo>
                    <a:pt x="1706" y="433"/>
                  </a:lnTo>
                  <a:lnTo>
                    <a:pt x="1685" y="458"/>
                  </a:lnTo>
                  <a:lnTo>
                    <a:pt x="1664" y="481"/>
                  </a:lnTo>
                  <a:lnTo>
                    <a:pt x="1643" y="506"/>
                  </a:lnTo>
                  <a:lnTo>
                    <a:pt x="1623" y="532"/>
                  </a:lnTo>
                  <a:lnTo>
                    <a:pt x="1604" y="557"/>
                  </a:lnTo>
                  <a:lnTo>
                    <a:pt x="1586" y="584"/>
                  </a:lnTo>
                  <a:lnTo>
                    <a:pt x="1568" y="610"/>
                  </a:lnTo>
                  <a:lnTo>
                    <a:pt x="1550" y="638"/>
                  </a:lnTo>
                  <a:lnTo>
                    <a:pt x="1533" y="665"/>
                  </a:lnTo>
                  <a:lnTo>
                    <a:pt x="1517" y="693"/>
                  </a:lnTo>
                  <a:lnTo>
                    <a:pt x="1503" y="721"/>
                  </a:lnTo>
                  <a:lnTo>
                    <a:pt x="1488" y="750"/>
                  </a:lnTo>
                  <a:lnTo>
                    <a:pt x="1474" y="778"/>
                  </a:lnTo>
                  <a:lnTo>
                    <a:pt x="1461" y="809"/>
                  </a:lnTo>
                  <a:lnTo>
                    <a:pt x="1448" y="838"/>
                  </a:lnTo>
                  <a:lnTo>
                    <a:pt x="1436" y="868"/>
                  </a:lnTo>
                  <a:lnTo>
                    <a:pt x="1425" y="899"/>
                  </a:lnTo>
                  <a:lnTo>
                    <a:pt x="1415" y="930"/>
                  </a:lnTo>
                  <a:lnTo>
                    <a:pt x="1406" y="962"/>
                  </a:lnTo>
                  <a:lnTo>
                    <a:pt x="1397" y="993"/>
                  </a:lnTo>
                  <a:lnTo>
                    <a:pt x="1389" y="1025"/>
                  </a:lnTo>
                  <a:lnTo>
                    <a:pt x="1381" y="1057"/>
                  </a:lnTo>
                  <a:lnTo>
                    <a:pt x="1376" y="1089"/>
                  </a:lnTo>
                  <a:lnTo>
                    <a:pt x="1370" y="1121"/>
                  </a:lnTo>
                  <a:lnTo>
                    <a:pt x="1366" y="1155"/>
                  </a:lnTo>
                  <a:lnTo>
                    <a:pt x="1361" y="1188"/>
                  </a:lnTo>
                  <a:lnTo>
                    <a:pt x="1358" y="1221"/>
                  </a:lnTo>
                  <a:lnTo>
                    <a:pt x="1355" y="1255"/>
                  </a:lnTo>
                  <a:lnTo>
                    <a:pt x="1354" y="1289"/>
                  </a:lnTo>
                  <a:lnTo>
                    <a:pt x="1354" y="1324"/>
                  </a:lnTo>
                  <a:lnTo>
                    <a:pt x="1354" y="1357"/>
                  </a:lnTo>
                  <a:lnTo>
                    <a:pt x="1355" y="1391"/>
                  </a:lnTo>
                  <a:lnTo>
                    <a:pt x="1358" y="1425"/>
                  </a:lnTo>
                  <a:lnTo>
                    <a:pt x="1361" y="1459"/>
                  </a:lnTo>
                  <a:lnTo>
                    <a:pt x="1366" y="1492"/>
                  </a:lnTo>
                  <a:lnTo>
                    <a:pt x="1370" y="1525"/>
                  </a:lnTo>
                  <a:lnTo>
                    <a:pt x="1376" y="1557"/>
                  </a:lnTo>
                  <a:lnTo>
                    <a:pt x="1381" y="1590"/>
                  </a:lnTo>
                  <a:lnTo>
                    <a:pt x="1389" y="1622"/>
                  </a:lnTo>
                  <a:lnTo>
                    <a:pt x="1397" y="1654"/>
                  </a:lnTo>
                  <a:lnTo>
                    <a:pt x="1406" y="1686"/>
                  </a:lnTo>
                  <a:lnTo>
                    <a:pt x="1415" y="1717"/>
                  </a:lnTo>
                  <a:lnTo>
                    <a:pt x="1425" y="1748"/>
                  </a:lnTo>
                  <a:lnTo>
                    <a:pt x="1436" y="1778"/>
                  </a:lnTo>
                  <a:lnTo>
                    <a:pt x="1448" y="1808"/>
                  </a:lnTo>
                  <a:lnTo>
                    <a:pt x="1461" y="1839"/>
                  </a:lnTo>
                  <a:lnTo>
                    <a:pt x="1474" y="1868"/>
                  </a:lnTo>
                  <a:lnTo>
                    <a:pt x="1488" y="1897"/>
                  </a:lnTo>
                  <a:lnTo>
                    <a:pt x="1503" y="1925"/>
                  </a:lnTo>
                  <a:lnTo>
                    <a:pt x="1517" y="1954"/>
                  </a:lnTo>
                  <a:lnTo>
                    <a:pt x="1533" y="1983"/>
                  </a:lnTo>
                  <a:lnTo>
                    <a:pt x="1550" y="2010"/>
                  </a:lnTo>
                  <a:lnTo>
                    <a:pt x="1568" y="2036"/>
                  </a:lnTo>
                  <a:lnTo>
                    <a:pt x="1586" y="2063"/>
                  </a:lnTo>
                  <a:lnTo>
                    <a:pt x="1604" y="2089"/>
                  </a:lnTo>
                  <a:lnTo>
                    <a:pt x="1623" y="2115"/>
                  </a:lnTo>
                  <a:lnTo>
                    <a:pt x="1643" y="2140"/>
                  </a:lnTo>
                  <a:lnTo>
                    <a:pt x="1664" y="2165"/>
                  </a:lnTo>
                  <a:lnTo>
                    <a:pt x="1685" y="2189"/>
                  </a:lnTo>
                  <a:lnTo>
                    <a:pt x="1706" y="2213"/>
                  </a:lnTo>
                  <a:lnTo>
                    <a:pt x="1728" y="2237"/>
                  </a:lnTo>
                  <a:lnTo>
                    <a:pt x="1751" y="2259"/>
                  </a:lnTo>
                  <a:lnTo>
                    <a:pt x="1774" y="2282"/>
                  </a:lnTo>
                  <a:lnTo>
                    <a:pt x="1797" y="2303"/>
                  </a:lnTo>
                  <a:lnTo>
                    <a:pt x="1822" y="2324"/>
                  </a:lnTo>
                  <a:lnTo>
                    <a:pt x="1847" y="2345"/>
                  </a:lnTo>
                  <a:lnTo>
                    <a:pt x="1873" y="2365"/>
                  </a:lnTo>
                  <a:lnTo>
                    <a:pt x="1899" y="2384"/>
                  </a:lnTo>
                  <a:lnTo>
                    <a:pt x="1925" y="2403"/>
                  </a:lnTo>
                  <a:lnTo>
                    <a:pt x="1952" y="2421"/>
                  </a:lnTo>
                  <a:lnTo>
                    <a:pt x="1979" y="2438"/>
                  </a:lnTo>
                  <a:lnTo>
                    <a:pt x="2007" y="2455"/>
                  </a:lnTo>
                  <a:lnTo>
                    <a:pt x="2035" y="2472"/>
                  </a:lnTo>
                  <a:lnTo>
                    <a:pt x="2063" y="2487"/>
                  </a:lnTo>
                  <a:lnTo>
                    <a:pt x="2092" y="2502"/>
                  </a:lnTo>
                  <a:lnTo>
                    <a:pt x="2121" y="2517"/>
                  </a:lnTo>
                  <a:lnTo>
                    <a:pt x="2152" y="2530"/>
                  </a:lnTo>
                  <a:lnTo>
                    <a:pt x="2181" y="2542"/>
                  </a:lnTo>
                  <a:lnTo>
                    <a:pt x="2212" y="2555"/>
                  </a:lnTo>
                  <a:lnTo>
                    <a:pt x="2243" y="2566"/>
                  </a:lnTo>
                  <a:lnTo>
                    <a:pt x="2274" y="2577"/>
                  </a:lnTo>
                  <a:lnTo>
                    <a:pt x="2306" y="2587"/>
                  </a:lnTo>
                  <a:lnTo>
                    <a:pt x="2338" y="2596"/>
                  </a:lnTo>
                  <a:lnTo>
                    <a:pt x="2370" y="2605"/>
                  </a:lnTo>
                  <a:lnTo>
                    <a:pt x="2402" y="2613"/>
                  </a:lnTo>
                  <a:lnTo>
                    <a:pt x="2436" y="2620"/>
                  </a:lnTo>
                  <a:lnTo>
                    <a:pt x="2469" y="2626"/>
                  </a:lnTo>
                  <a:lnTo>
                    <a:pt x="2503" y="2631"/>
                  </a:lnTo>
                  <a:lnTo>
                    <a:pt x="2536" y="2636"/>
                  </a:lnTo>
                  <a:lnTo>
                    <a:pt x="2570" y="2640"/>
                  </a:lnTo>
                  <a:lnTo>
                    <a:pt x="2605" y="2643"/>
                  </a:lnTo>
                  <a:lnTo>
                    <a:pt x="2639" y="2645"/>
                  </a:lnTo>
                  <a:lnTo>
                    <a:pt x="2673" y="2646"/>
                  </a:lnTo>
                  <a:lnTo>
                    <a:pt x="2708" y="26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grpSp>
        <p:nvGrpSpPr>
          <p:cNvPr id="26632" name="组合 1025"/>
          <p:cNvGrpSpPr/>
          <p:nvPr/>
        </p:nvGrpSpPr>
        <p:grpSpPr bwMode="auto">
          <a:xfrm>
            <a:off x="5993007" y="4654734"/>
            <a:ext cx="315912" cy="317500"/>
            <a:chOff x="5253802" y="3856218"/>
            <a:chExt cx="317004" cy="317004"/>
          </a:xfrm>
        </p:grpSpPr>
        <p:sp>
          <p:nvSpPr>
            <p:cNvPr id="104" name="椭圆 103"/>
            <p:cNvSpPr/>
            <p:nvPr/>
          </p:nvSpPr>
          <p:spPr>
            <a:xfrm>
              <a:off x="5253802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6" name="KSO_Shape"/>
            <p:cNvSpPr/>
            <p:nvPr/>
          </p:nvSpPr>
          <p:spPr bwMode="auto">
            <a:xfrm>
              <a:off x="5309556" y="3908524"/>
              <a:ext cx="205496" cy="193372"/>
            </a:xfrm>
            <a:custGeom>
              <a:avLst/>
              <a:gdLst/>
              <a:ahLst/>
              <a:cxnLst/>
              <a:rect l="0" t="0" r="r" b="b"/>
              <a:pathLst>
                <a:path w="1917701" h="1819275">
                  <a:moveTo>
                    <a:pt x="711992" y="795933"/>
                  </a:moveTo>
                  <a:lnTo>
                    <a:pt x="722042" y="796197"/>
                  </a:lnTo>
                  <a:lnTo>
                    <a:pt x="731828" y="796462"/>
                  </a:lnTo>
                  <a:lnTo>
                    <a:pt x="742143" y="796991"/>
                  </a:lnTo>
                  <a:lnTo>
                    <a:pt x="751929" y="797784"/>
                  </a:lnTo>
                  <a:lnTo>
                    <a:pt x="761979" y="798577"/>
                  </a:lnTo>
                  <a:lnTo>
                    <a:pt x="771765" y="799635"/>
                  </a:lnTo>
                  <a:lnTo>
                    <a:pt x="781551" y="800957"/>
                  </a:lnTo>
                  <a:lnTo>
                    <a:pt x="791337" y="802544"/>
                  </a:lnTo>
                  <a:lnTo>
                    <a:pt x="800858" y="804130"/>
                  </a:lnTo>
                  <a:lnTo>
                    <a:pt x="810644" y="805981"/>
                  </a:lnTo>
                  <a:lnTo>
                    <a:pt x="820166" y="807832"/>
                  </a:lnTo>
                  <a:lnTo>
                    <a:pt x="829687" y="810212"/>
                  </a:lnTo>
                  <a:lnTo>
                    <a:pt x="839473" y="812592"/>
                  </a:lnTo>
                  <a:lnTo>
                    <a:pt x="848994" y="814972"/>
                  </a:lnTo>
                  <a:lnTo>
                    <a:pt x="858252" y="817616"/>
                  </a:lnTo>
                  <a:lnTo>
                    <a:pt x="867773" y="820525"/>
                  </a:lnTo>
                  <a:lnTo>
                    <a:pt x="886551" y="826871"/>
                  </a:lnTo>
                  <a:lnTo>
                    <a:pt x="905065" y="833746"/>
                  </a:lnTo>
                  <a:lnTo>
                    <a:pt x="923315" y="841415"/>
                  </a:lnTo>
                  <a:lnTo>
                    <a:pt x="941300" y="849612"/>
                  </a:lnTo>
                  <a:lnTo>
                    <a:pt x="959284" y="858603"/>
                  </a:lnTo>
                  <a:lnTo>
                    <a:pt x="976740" y="868122"/>
                  </a:lnTo>
                  <a:lnTo>
                    <a:pt x="993932" y="878170"/>
                  </a:lnTo>
                  <a:lnTo>
                    <a:pt x="1011123" y="889012"/>
                  </a:lnTo>
                  <a:lnTo>
                    <a:pt x="1003189" y="891392"/>
                  </a:lnTo>
                  <a:lnTo>
                    <a:pt x="995254" y="893772"/>
                  </a:lnTo>
                  <a:lnTo>
                    <a:pt x="987055" y="896416"/>
                  </a:lnTo>
                  <a:lnTo>
                    <a:pt x="979121" y="899325"/>
                  </a:lnTo>
                  <a:lnTo>
                    <a:pt x="971186" y="902762"/>
                  </a:lnTo>
                  <a:lnTo>
                    <a:pt x="962987" y="905936"/>
                  </a:lnTo>
                  <a:lnTo>
                    <a:pt x="955053" y="909638"/>
                  </a:lnTo>
                  <a:lnTo>
                    <a:pt x="947383" y="913604"/>
                  </a:lnTo>
                  <a:lnTo>
                    <a:pt x="939448" y="917835"/>
                  </a:lnTo>
                  <a:lnTo>
                    <a:pt x="932043" y="922066"/>
                  </a:lnTo>
                  <a:lnTo>
                    <a:pt x="924637" y="926826"/>
                  </a:lnTo>
                  <a:lnTo>
                    <a:pt x="917231" y="931850"/>
                  </a:lnTo>
                  <a:lnTo>
                    <a:pt x="910090" y="936874"/>
                  </a:lnTo>
                  <a:lnTo>
                    <a:pt x="902949" y="942427"/>
                  </a:lnTo>
                  <a:lnTo>
                    <a:pt x="896073" y="948509"/>
                  </a:lnTo>
                  <a:lnTo>
                    <a:pt x="889461" y="954326"/>
                  </a:lnTo>
                  <a:lnTo>
                    <a:pt x="883113" y="960937"/>
                  </a:lnTo>
                  <a:lnTo>
                    <a:pt x="877030" y="967812"/>
                  </a:lnTo>
                  <a:lnTo>
                    <a:pt x="871211" y="974952"/>
                  </a:lnTo>
                  <a:lnTo>
                    <a:pt x="865393" y="982356"/>
                  </a:lnTo>
                  <a:lnTo>
                    <a:pt x="859838" y="990024"/>
                  </a:lnTo>
                  <a:lnTo>
                    <a:pt x="854813" y="998486"/>
                  </a:lnTo>
                  <a:lnTo>
                    <a:pt x="850052" y="1006683"/>
                  </a:lnTo>
                  <a:lnTo>
                    <a:pt x="845556" y="1015674"/>
                  </a:lnTo>
                  <a:lnTo>
                    <a:pt x="841324" y="1025193"/>
                  </a:lnTo>
                  <a:lnTo>
                    <a:pt x="837886" y="1034713"/>
                  </a:lnTo>
                  <a:lnTo>
                    <a:pt x="834183" y="1044761"/>
                  </a:lnTo>
                  <a:lnTo>
                    <a:pt x="831274" y="1055074"/>
                  </a:lnTo>
                  <a:lnTo>
                    <a:pt x="828629" y="1066180"/>
                  </a:lnTo>
                  <a:lnTo>
                    <a:pt x="826249" y="1077550"/>
                  </a:lnTo>
                  <a:lnTo>
                    <a:pt x="824398" y="1089185"/>
                  </a:lnTo>
                  <a:lnTo>
                    <a:pt x="823340" y="1101349"/>
                  </a:lnTo>
                  <a:lnTo>
                    <a:pt x="822017" y="1115893"/>
                  </a:lnTo>
                  <a:lnTo>
                    <a:pt x="821488" y="1129907"/>
                  </a:lnTo>
                  <a:lnTo>
                    <a:pt x="821488" y="1143129"/>
                  </a:lnTo>
                  <a:lnTo>
                    <a:pt x="821753" y="1156086"/>
                  </a:lnTo>
                  <a:lnTo>
                    <a:pt x="822546" y="1168514"/>
                  </a:lnTo>
                  <a:lnTo>
                    <a:pt x="824133" y="1180413"/>
                  </a:lnTo>
                  <a:lnTo>
                    <a:pt x="825984" y="1192048"/>
                  </a:lnTo>
                  <a:lnTo>
                    <a:pt x="828100" y="1203154"/>
                  </a:lnTo>
                  <a:lnTo>
                    <a:pt x="830745" y="1213731"/>
                  </a:lnTo>
                  <a:lnTo>
                    <a:pt x="833654" y="1224044"/>
                  </a:lnTo>
                  <a:lnTo>
                    <a:pt x="836828" y="1233828"/>
                  </a:lnTo>
                  <a:lnTo>
                    <a:pt x="840531" y="1243348"/>
                  </a:lnTo>
                  <a:lnTo>
                    <a:pt x="844763" y="1252338"/>
                  </a:lnTo>
                  <a:lnTo>
                    <a:pt x="848994" y="1260800"/>
                  </a:lnTo>
                  <a:lnTo>
                    <a:pt x="853491" y="1269262"/>
                  </a:lnTo>
                  <a:lnTo>
                    <a:pt x="858516" y="1276930"/>
                  </a:lnTo>
                  <a:lnTo>
                    <a:pt x="863806" y="1284334"/>
                  </a:lnTo>
                  <a:lnTo>
                    <a:pt x="869360" y="1291474"/>
                  </a:lnTo>
                  <a:lnTo>
                    <a:pt x="874914" y="1298349"/>
                  </a:lnTo>
                  <a:lnTo>
                    <a:pt x="880997" y="1304960"/>
                  </a:lnTo>
                  <a:lnTo>
                    <a:pt x="887080" y="1311042"/>
                  </a:lnTo>
                  <a:lnTo>
                    <a:pt x="893428" y="1316859"/>
                  </a:lnTo>
                  <a:lnTo>
                    <a:pt x="900040" y="1322412"/>
                  </a:lnTo>
                  <a:lnTo>
                    <a:pt x="906652" y="1327436"/>
                  </a:lnTo>
                  <a:lnTo>
                    <a:pt x="913264" y="1332196"/>
                  </a:lnTo>
                  <a:lnTo>
                    <a:pt x="920405" y="1336956"/>
                  </a:lnTo>
                  <a:lnTo>
                    <a:pt x="927546" y="1341187"/>
                  </a:lnTo>
                  <a:lnTo>
                    <a:pt x="934687" y="1345417"/>
                  </a:lnTo>
                  <a:lnTo>
                    <a:pt x="941828" y="1349119"/>
                  </a:lnTo>
                  <a:lnTo>
                    <a:pt x="949234" y="1352821"/>
                  </a:lnTo>
                  <a:lnTo>
                    <a:pt x="956904" y="1355995"/>
                  </a:lnTo>
                  <a:lnTo>
                    <a:pt x="964310" y="1358903"/>
                  </a:lnTo>
                  <a:lnTo>
                    <a:pt x="971715" y="1361812"/>
                  </a:lnTo>
                  <a:lnTo>
                    <a:pt x="979121" y="1364456"/>
                  </a:lnTo>
                  <a:lnTo>
                    <a:pt x="986526" y="1366836"/>
                  </a:lnTo>
                  <a:lnTo>
                    <a:pt x="993932" y="1368952"/>
                  </a:lnTo>
                  <a:lnTo>
                    <a:pt x="1008479" y="1372654"/>
                  </a:lnTo>
                  <a:lnTo>
                    <a:pt x="1023025" y="1375562"/>
                  </a:lnTo>
                  <a:lnTo>
                    <a:pt x="1037043" y="1378471"/>
                  </a:lnTo>
                  <a:lnTo>
                    <a:pt x="1050532" y="1380058"/>
                  </a:lnTo>
                  <a:lnTo>
                    <a:pt x="1063227" y="1381380"/>
                  </a:lnTo>
                  <a:lnTo>
                    <a:pt x="1075129" y="1382438"/>
                  </a:lnTo>
                  <a:lnTo>
                    <a:pt x="1086237" y="1382702"/>
                  </a:lnTo>
                  <a:lnTo>
                    <a:pt x="1096287" y="1383231"/>
                  </a:lnTo>
                  <a:lnTo>
                    <a:pt x="1105015" y="1383495"/>
                  </a:lnTo>
                  <a:lnTo>
                    <a:pt x="1112421" y="1383231"/>
                  </a:lnTo>
                  <a:lnTo>
                    <a:pt x="1122736" y="1382702"/>
                  </a:lnTo>
                  <a:lnTo>
                    <a:pt x="1126703" y="1382438"/>
                  </a:lnTo>
                  <a:lnTo>
                    <a:pt x="1126703" y="1394337"/>
                  </a:lnTo>
                  <a:lnTo>
                    <a:pt x="1126968" y="1406236"/>
                  </a:lnTo>
                  <a:lnTo>
                    <a:pt x="1127232" y="1417607"/>
                  </a:lnTo>
                  <a:lnTo>
                    <a:pt x="1128025" y="1428977"/>
                  </a:lnTo>
                  <a:lnTo>
                    <a:pt x="1129083" y="1439554"/>
                  </a:lnTo>
                  <a:lnTo>
                    <a:pt x="1130141" y="1450131"/>
                  </a:lnTo>
                  <a:lnTo>
                    <a:pt x="1131728" y="1460444"/>
                  </a:lnTo>
                  <a:lnTo>
                    <a:pt x="1133580" y="1470228"/>
                  </a:lnTo>
                  <a:lnTo>
                    <a:pt x="1135431" y="1480012"/>
                  </a:lnTo>
                  <a:lnTo>
                    <a:pt x="1137547" y="1489267"/>
                  </a:lnTo>
                  <a:lnTo>
                    <a:pt x="1139927" y="1498522"/>
                  </a:lnTo>
                  <a:lnTo>
                    <a:pt x="1142572" y="1507513"/>
                  </a:lnTo>
                  <a:lnTo>
                    <a:pt x="1145481" y="1515710"/>
                  </a:lnTo>
                  <a:lnTo>
                    <a:pt x="1148391" y="1524172"/>
                  </a:lnTo>
                  <a:lnTo>
                    <a:pt x="1151564" y="1532105"/>
                  </a:lnTo>
                  <a:lnTo>
                    <a:pt x="1155003" y="1539773"/>
                  </a:lnTo>
                  <a:lnTo>
                    <a:pt x="1158441" y="1547442"/>
                  </a:lnTo>
                  <a:lnTo>
                    <a:pt x="1162408" y="1554581"/>
                  </a:lnTo>
                  <a:lnTo>
                    <a:pt x="1166111" y="1561721"/>
                  </a:lnTo>
                  <a:lnTo>
                    <a:pt x="1170078" y="1568596"/>
                  </a:lnTo>
                  <a:lnTo>
                    <a:pt x="1174575" y="1575207"/>
                  </a:lnTo>
                  <a:lnTo>
                    <a:pt x="1178806" y="1581553"/>
                  </a:lnTo>
                  <a:lnTo>
                    <a:pt x="1183038" y="1587370"/>
                  </a:lnTo>
                  <a:lnTo>
                    <a:pt x="1187799" y="1593452"/>
                  </a:lnTo>
                  <a:lnTo>
                    <a:pt x="1192560" y="1599005"/>
                  </a:lnTo>
                  <a:lnTo>
                    <a:pt x="1197320" y="1604558"/>
                  </a:lnTo>
                  <a:lnTo>
                    <a:pt x="1202346" y="1609582"/>
                  </a:lnTo>
                  <a:lnTo>
                    <a:pt x="1207635" y="1614607"/>
                  </a:lnTo>
                  <a:lnTo>
                    <a:pt x="1212660" y="1619366"/>
                  </a:lnTo>
                  <a:lnTo>
                    <a:pt x="1217950" y="1624126"/>
                  </a:lnTo>
                  <a:lnTo>
                    <a:pt x="1223240" y="1628357"/>
                  </a:lnTo>
                  <a:lnTo>
                    <a:pt x="1229058" y="1632852"/>
                  </a:lnTo>
                  <a:lnTo>
                    <a:pt x="1234348" y="1636819"/>
                  </a:lnTo>
                  <a:lnTo>
                    <a:pt x="1239902" y="1640521"/>
                  </a:lnTo>
                  <a:lnTo>
                    <a:pt x="1245721" y="1644487"/>
                  </a:lnTo>
                  <a:lnTo>
                    <a:pt x="1251540" y="1647660"/>
                  </a:lnTo>
                  <a:lnTo>
                    <a:pt x="1263177" y="1654271"/>
                  </a:lnTo>
                  <a:lnTo>
                    <a:pt x="1274814" y="1660353"/>
                  </a:lnTo>
                  <a:lnTo>
                    <a:pt x="1286716" y="1665377"/>
                  </a:lnTo>
                  <a:lnTo>
                    <a:pt x="1298882" y="1670137"/>
                  </a:lnTo>
                  <a:lnTo>
                    <a:pt x="1310784" y="1673839"/>
                  </a:lnTo>
                  <a:lnTo>
                    <a:pt x="1322686" y="1677541"/>
                  </a:lnTo>
                  <a:lnTo>
                    <a:pt x="1334588" y="1680714"/>
                  </a:lnTo>
                  <a:lnTo>
                    <a:pt x="1346225" y="1683094"/>
                  </a:lnTo>
                  <a:lnTo>
                    <a:pt x="1357862" y="1685474"/>
                  </a:lnTo>
                  <a:lnTo>
                    <a:pt x="1368971" y="1687325"/>
                  </a:lnTo>
                  <a:lnTo>
                    <a:pt x="1380079" y="1688382"/>
                  </a:lnTo>
                  <a:lnTo>
                    <a:pt x="1390658" y="1689705"/>
                  </a:lnTo>
                  <a:lnTo>
                    <a:pt x="1401238" y="1690498"/>
                  </a:lnTo>
                  <a:lnTo>
                    <a:pt x="1411024" y="1690762"/>
                  </a:lnTo>
                  <a:lnTo>
                    <a:pt x="1411817" y="1709537"/>
                  </a:lnTo>
                  <a:lnTo>
                    <a:pt x="1412346" y="1728311"/>
                  </a:lnTo>
                  <a:lnTo>
                    <a:pt x="1412875" y="1747086"/>
                  </a:lnTo>
                  <a:lnTo>
                    <a:pt x="1412875" y="1766125"/>
                  </a:lnTo>
                  <a:lnTo>
                    <a:pt x="1412346" y="1792832"/>
                  </a:lnTo>
                  <a:lnTo>
                    <a:pt x="1411553" y="1819275"/>
                  </a:lnTo>
                  <a:lnTo>
                    <a:pt x="793" y="1811078"/>
                  </a:lnTo>
                  <a:lnTo>
                    <a:pt x="264" y="1784635"/>
                  </a:lnTo>
                  <a:lnTo>
                    <a:pt x="0" y="1757928"/>
                  </a:lnTo>
                  <a:lnTo>
                    <a:pt x="529" y="1733071"/>
                  </a:lnTo>
                  <a:lnTo>
                    <a:pt x="1058" y="1708215"/>
                  </a:lnTo>
                  <a:lnTo>
                    <a:pt x="2645" y="1683623"/>
                  </a:lnTo>
                  <a:lnTo>
                    <a:pt x="4232" y="1659031"/>
                  </a:lnTo>
                  <a:lnTo>
                    <a:pt x="6612" y="1634968"/>
                  </a:lnTo>
                  <a:lnTo>
                    <a:pt x="8992" y="1610905"/>
                  </a:lnTo>
                  <a:lnTo>
                    <a:pt x="12166" y="1587106"/>
                  </a:lnTo>
                  <a:lnTo>
                    <a:pt x="15340" y="1563307"/>
                  </a:lnTo>
                  <a:lnTo>
                    <a:pt x="19307" y="1539773"/>
                  </a:lnTo>
                  <a:lnTo>
                    <a:pt x="23804" y="1516503"/>
                  </a:lnTo>
                  <a:lnTo>
                    <a:pt x="28300" y="1493762"/>
                  </a:lnTo>
                  <a:lnTo>
                    <a:pt x="33590" y="1470757"/>
                  </a:lnTo>
                  <a:lnTo>
                    <a:pt x="38879" y="1448280"/>
                  </a:lnTo>
                  <a:lnTo>
                    <a:pt x="44962" y="1425804"/>
                  </a:lnTo>
                  <a:lnTo>
                    <a:pt x="51045" y="1403856"/>
                  </a:lnTo>
                  <a:lnTo>
                    <a:pt x="57658" y="1382173"/>
                  </a:lnTo>
                  <a:lnTo>
                    <a:pt x="64799" y="1360754"/>
                  </a:lnTo>
                  <a:lnTo>
                    <a:pt x="72204" y="1339336"/>
                  </a:lnTo>
                  <a:lnTo>
                    <a:pt x="79874" y="1318710"/>
                  </a:lnTo>
                  <a:lnTo>
                    <a:pt x="88073" y="1298085"/>
                  </a:lnTo>
                  <a:lnTo>
                    <a:pt x="96272" y="1277459"/>
                  </a:lnTo>
                  <a:lnTo>
                    <a:pt x="105265" y="1257627"/>
                  </a:lnTo>
                  <a:lnTo>
                    <a:pt x="114522" y="1238059"/>
                  </a:lnTo>
                  <a:lnTo>
                    <a:pt x="123779" y="1218491"/>
                  </a:lnTo>
                  <a:lnTo>
                    <a:pt x="133565" y="1199452"/>
                  </a:lnTo>
                  <a:lnTo>
                    <a:pt x="143615" y="1180678"/>
                  </a:lnTo>
                  <a:lnTo>
                    <a:pt x="153930" y="1162432"/>
                  </a:lnTo>
                  <a:lnTo>
                    <a:pt x="165038" y="1144451"/>
                  </a:lnTo>
                  <a:lnTo>
                    <a:pt x="176147" y="1126734"/>
                  </a:lnTo>
                  <a:lnTo>
                    <a:pt x="187255" y="1109546"/>
                  </a:lnTo>
                  <a:lnTo>
                    <a:pt x="198892" y="1092623"/>
                  </a:lnTo>
                  <a:lnTo>
                    <a:pt x="210794" y="1075964"/>
                  </a:lnTo>
                  <a:lnTo>
                    <a:pt x="222960" y="1059834"/>
                  </a:lnTo>
                  <a:lnTo>
                    <a:pt x="235391" y="1044232"/>
                  </a:lnTo>
                  <a:lnTo>
                    <a:pt x="248351" y="1028895"/>
                  </a:lnTo>
                  <a:lnTo>
                    <a:pt x="261310" y="1013823"/>
                  </a:lnTo>
                  <a:lnTo>
                    <a:pt x="274799" y="999544"/>
                  </a:lnTo>
                  <a:lnTo>
                    <a:pt x="288288" y="985529"/>
                  </a:lnTo>
                  <a:lnTo>
                    <a:pt x="302041" y="971779"/>
                  </a:lnTo>
                  <a:lnTo>
                    <a:pt x="316059" y="958557"/>
                  </a:lnTo>
                  <a:lnTo>
                    <a:pt x="330341" y="946129"/>
                  </a:lnTo>
                  <a:lnTo>
                    <a:pt x="344888" y="933965"/>
                  </a:lnTo>
                  <a:lnTo>
                    <a:pt x="359963" y="922066"/>
                  </a:lnTo>
                  <a:lnTo>
                    <a:pt x="374774" y="910695"/>
                  </a:lnTo>
                  <a:lnTo>
                    <a:pt x="389850" y="899589"/>
                  </a:lnTo>
                  <a:lnTo>
                    <a:pt x="405454" y="889541"/>
                  </a:lnTo>
                  <a:lnTo>
                    <a:pt x="420794" y="879757"/>
                  </a:lnTo>
                  <a:lnTo>
                    <a:pt x="436664" y="870238"/>
                  </a:lnTo>
                  <a:lnTo>
                    <a:pt x="452533" y="861511"/>
                  </a:lnTo>
                  <a:lnTo>
                    <a:pt x="468666" y="853314"/>
                  </a:lnTo>
                  <a:lnTo>
                    <a:pt x="485064" y="845646"/>
                  </a:lnTo>
                  <a:lnTo>
                    <a:pt x="501727" y="838242"/>
                  </a:lnTo>
                  <a:lnTo>
                    <a:pt x="518389" y="831631"/>
                  </a:lnTo>
                  <a:lnTo>
                    <a:pt x="535316" y="825285"/>
                  </a:lnTo>
                  <a:lnTo>
                    <a:pt x="552243" y="819732"/>
                  </a:lnTo>
                  <a:lnTo>
                    <a:pt x="569435" y="814972"/>
                  </a:lnTo>
                  <a:lnTo>
                    <a:pt x="586891" y="810477"/>
                  </a:lnTo>
                  <a:lnTo>
                    <a:pt x="604347" y="806510"/>
                  </a:lnTo>
                  <a:lnTo>
                    <a:pt x="622067" y="803337"/>
                  </a:lnTo>
                  <a:lnTo>
                    <a:pt x="639787" y="800693"/>
                  </a:lnTo>
                  <a:lnTo>
                    <a:pt x="657508" y="798577"/>
                  </a:lnTo>
                  <a:lnTo>
                    <a:pt x="675757" y="796991"/>
                  </a:lnTo>
                  <a:lnTo>
                    <a:pt x="693742" y="796197"/>
                  </a:lnTo>
                  <a:lnTo>
                    <a:pt x="711992" y="795933"/>
                  </a:lnTo>
                  <a:close/>
                  <a:moveTo>
                    <a:pt x="1463280" y="660400"/>
                  </a:moveTo>
                  <a:lnTo>
                    <a:pt x="1469893" y="660400"/>
                  </a:lnTo>
                  <a:lnTo>
                    <a:pt x="1477034" y="660665"/>
                  </a:lnTo>
                  <a:lnTo>
                    <a:pt x="1483912" y="660929"/>
                  </a:lnTo>
                  <a:lnTo>
                    <a:pt x="1490789" y="661988"/>
                  </a:lnTo>
                  <a:lnTo>
                    <a:pt x="1497666" y="663046"/>
                  </a:lnTo>
                  <a:lnTo>
                    <a:pt x="1504279" y="664898"/>
                  </a:lnTo>
                  <a:lnTo>
                    <a:pt x="1510891" y="666750"/>
                  </a:lnTo>
                  <a:lnTo>
                    <a:pt x="1516975" y="668867"/>
                  </a:lnTo>
                  <a:lnTo>
                    <a:pt x="1523323" y="671248"/>
                  </a:lnTo>
                  <a:lnTo>
                    <a:pt x="1529142" y="673894"/>
                  </a:lnTo>
                  <a:lnTo>
                    <a:pt x="1535226" y="676804"/>
                  </a:lnTo>
                  <a:lnTo>
                    <a:pt x="1540780" y="679979"/>
                  </a:lnTo>
                  <a:lnTo>
                    <a:pt x="1546599" y="683683"/>
                  </a:lnTo>
                  <a:lnTo>
                    <a:pt x="1551625" y="687123"/>
                  </a:lnTo>
                  <a:lnTo>
                    <a:pt x="1556915" y="691356"/>
                  </a:lnTo>
                  <a:lnTo>
                    <a:pt x="1561676" y="695590"/>
                  </a:lnTo>
                  <a:lnTo>
                    <a:pt x="1566437" y="700088"/>
                  </a:lnTo>
                  <a:lnTo>
                    <a:pt x="1570934" y="704850"/>
                  </a:lnTo>
                  <a:lnTo>
                    <a:pt x="1575431" y="709613"/>
                  </a:lnTo>
                  <a:lnTo>
                    <a:pt x="1579134" y="714640"/>
                  </a:lnTo>
                  <a:lnTo>
                    <a:pt x="1583101" y="719931"/>
                  </a:lnTo>
                  <a:lnTo>
                    <a:pt x="1586540" y="725223"/>
                  </a:lnTo>
                  <a:lnTo>
                    <a:pt x="1589978" y="731044"/>
                  </a:lnTo>
                  <a:lnTo>
                    <a:pt x="1592888" y="736600"/>
                  </a:lnTo>
                  <a:lnTo>
                    <a:pt x="1595533" y="742685"/>
                  </a:lnTo>
                  <a:lnTo>
                    <a:pt x="1597914" y="748771"/>
                  </a:lnTo>
                  <a:lnTo>
                    <a:pt x="1600030" y="754856"/>
                  </a:lnTo>
                  <a:lnTo>
                    <a:pt x="1601881" y="761206"/>
                  </a:lnTo>
                  <a:lnTo>
                    <a:pt x="1603204" y="767556"/>
                  </a:lnTo>
                  <a:lnTo>
                    <a:pt x="1604526" y="774435"/>
                  </a:lnTo>
                  <a:lnTo>
                    <a:pt x="1605320" y="781050"/>
                  </a:lnTo>
                  <a:lnTo>
                    <a:pt x="1605584" y="787665"/>
                  </a:lnTo>
                  <a:lnTo>
                    <a:pt x="1605849" y="794544"/>
                  </a:lnTo>
                  <a:lnTo>
                    <a:pt x="1604791" y="967581"/>
                  </a:lnTo>
                  <a:lnTo>
                    <a:pt x="1781745" y="968375"/>
                  </a:lnTo>
                  <a:lnTo>
                    <a:pt x="1788887" y="968640"/>
                  </a:lnTo>
                  <a:lnTo>
                    <a:pt x="1795764" y="969169"/>
                  </a:lnTo>
                  <a:lnTo>
                    <a:pt x="1802641" y="970227"/>
                  </a:lnTo>
                  <a:lnTo>
                    <a:pt x="1809518" y="971285"/>
                  </a:lnTo>
                  <a:lnTo>
                    <a:pt x="1815866" y="972873"/>
                  </a:lnTo>
                  <a:lnTo>
                    <a:pt x="1822479" y="974725"/>
                  </a:lnTo>
                  <a:lnTo>
                    <a:pt x="1828827" y="977106"/>
                  </a:lnTo>
                  <a:lnTo>
                    <a:pt x="1834911" y="979488"/>
                  </a:lnTo>
                  <a:lnTo>
                    <a:pt x="1840994" y="982133"/>
                  </a:lnTo>
                  <a:lnTo>
                    <a:pt x="1846813" y="985044"/>
                  </a:lnTo>
                  <a:lnTo>
                    <a:pt x="1852633" y="988219"/>
                  </a:lnTo>
                  <a:lnTo>
                    <a:pt x="1857923" y="991923"/>
                  </a:lnTo>
                  <a:lnTo>
                    <a:pt x="1863213" y="995363"/>
                  </a:lnTo>
                  <a:lnTo>
                    <a:pt x="1868503" y="999596"/>
                  </a:lnTo>
                  <a:lnTo>
                    <a:pt x="1873264" y="1003829"/>
                  </a:lnTo>
                  <a:lnTo>
                    <a:pt x="1878025" y="1008327"/>
                  </a:lnTo>
                  <a:lnTo>
                    <a:pt x="1882522" y="1012825"/>
                  </a:lnTo>
                  <a:lnTo>
                    <a:pt x="1886754" y="1017852"/>
                  </a:lnTo>
                  <a:lnTo>
                    <a:pt x="1890986" y="1022879"/>
                  </a:lnTo>
                  <a:lnTo>
                    <a:pt x="1894689" y="1027906"/>
                  </a:lnTo>
                  <a:lnTo>
                    <a:pt x="1898128" y="1033463"/>
                  </a:lnTo>
                  <a:lnTo>
                    <a:pt x="1901302" y="1039283"/>
                  </a:lnTo>
                  <a:lnTo>
                    <a:pt x="1904211" y="1044840"/>
                  </a:lnTo>
                  <a:lnTo>
                    <a:pt x="1907385" y="1050660"/>
                  </a:lnTo>
                  <a:lnTo>
                    <a:pt x="1909766" y="1056746"/>
                  </a:lnTo>
                  <a:lnTo>
                    <a:pt x="1911882" y="1063096"/>
                  </a:lnTo>
                  <a:lnTo>
                    <a:pt x="1913469" y="1069181"/>
                  </a:lnTo>
                  <a:lnTo>
                    <a:pt x="1915056" y="1075796"/>
                  </a:lnTo>
                  <a:lnTo>
                    <a:pt x="1916114" y="1082410"/>
                  </a:lnTo>
                  <a:lnTo>
                    <a:pt x="1916908" y="1089290"/>
                  </a:lnTo>
                  <a:lnTo>
                    <a:pt x="1917436" y="1095640"/>
                  </a:lnTo>
                  <a:lnTo>
                    <a:pt x="1917701" y="1102783"/>
                  </a:lnTo>
                  <a:lnTo>
                    <a:pt x="1917436" y="1109663"/>
                  </a:lnTo>
                  <a:lnTo>
                    <a:pt x="1916908" y="1116277"/>
                  </a:lnTo>
                  <a:lnTo>
                    <a:pt x="1915849" y="1123156"/>
                  </a:lnTo>
                  <a:lnTo>
                    <a:pt x="1914791" y="1129506"/>
                  </a:lnTo>
                  <a:lnTo>
                    <a:pt x="1913204" y="1136121"/>
                  </a:lnTo>
                  <a:lnTo>
                    <a:pt x="1911088" y="1142471"/>
                  </a:lnTo>
                  <a:lnTo>
                    <a:pt x="1908972" y="1148556"/>
                  </a:lnTo>
                  <a:lnTo>
                    <a:pt x="1906592" y="1154642"/>
                  </a:lnTo>
                  <a:lnTo>
                    <a:pt x="1903682" y="1160463"/>
                  </a:lnTo>
                  <a:lnTo>
                    <a:pt x="1900773" y="1166283"/>
                  </a:lnTo>
                  <a:lnTo>
                    <a:pt x="1897599" y="1171840"/>
                  </a:lnTo>
                  <a:lnTo>
                    <a:pt x="1893896" y="1177131"/>
                  </a:lnTo>
                  <a:lnTo>
                    <a:pt x="1889928" y="1182158"/>
                  </a:lnTo>
                  <a:lnTo>
                    <a:pt x="1885960" y="1187450"/>
                  </a:lnTo>
                  <a:lnTo>
                    <a:pt x="1881728" y="1192213"/>
                  </a:lnTo>
                  <a:lnTo>
                    <a:pt x="1876967" y="1196975"/>
                  </a:lnTo>
                  <a:lnTo>
                    <a:pt x="1872206" y="1201208"/>
                  </a:lnTo>
                  <a:lnTo>
                    <a:pt x="1867445" y="1205442"/>
                  </a:lnTo>
                  <a:lnTo>
                    <a:pt x="1862155" y="1209411"/>
                  </a:lnTo>
                  <a:lnTo>
                    <a:pt x="1856600" y="1212850"/>
                  </a:lnTo>
                  <a:lnTo>
                    <a:pt x="1851046" y="1216554"/>
                  </a:lnTo>
                  <a:lnTo>
                    <a:pt x="1845491" y="1219465"/>
                  </a:lnTo>
                  <a:lnTo>
                    <a:pt x="1839407" y="1222375"/>
                  </a:lnTo>
                  <a:lnTo>
                    <a:pt x="1833588" y="1225021"/>
                  </a:lnTo>
                  <a:lnTo>
                    <a:pt x="1827240" y="1227402"/>
                  </a:lnTo>
                  <a:lnTo>
                    <a:pt x="1821156" y="1229519"/>
                  </a:lnTo>
                  <a:lnTo>
                    <a:pt x="1814544" y="1231371"/>
                  </a:lnTo>
                  <a:lnTo>
                    <a:pt x="1807931" y="1232958"/>
                  </a:lnTo>
                  <a:lnTo>
                    <a:pt x="1801054" y="1234017"/>
                  </a:lnTo>
                  <a:lnTo>
                    <a:pt x="1794177" y="1234546"/>
                  </a:lnTo>
                  <a:lnTo>
                    <a:pt x="1787300" y="1235340"/>
                  </a:lnTo>
                  <a:lnTo>
                    <a:pt x="1780158" y="1235340"/>
                  </a:lnTo>
                  <a:lnTo>
                    <a:pt x="1603204" y="1234281"/>
                  </a:lnTo>
                  <a:lnTo>
                    <a:pt x="1602410" y="1407319"/>
                  </a:lnTo>
                  <a:lnTo>
                    <a:pt x="1602146" y="1413933"/>
                  </a:lnTo>
                  <a:lnTo>
                    <a:pt x="1601617" y="1420813"/>
                  </a:lnTo>
                  <a:lnTo>
                    <a:pt x="1600559" y="1427692"/>
                  </a:lnTo>
                  <a:lnTo>
                    <a:pt x="1599501" y="1434306"/>
                  </a:lnTo>
                  <a:lnTo>
                    <a:pt x="1597914" y="1440392"/>
                  </a:lnTo>
                  <a:lnTo>
                    <a:pt x="1595798" y="1446742"/>
                  </a:lnTo>
                  <a:lnTo>
                    <a:pt x="1593682" y="1453092"/>
                  </a:lnTo>
                  <a:lnTo>
                    <a:pt x="1591301" y="1459177"/>
                  </a:lnTo>
                  <a:lnTo>
                    <a:pt x="1588656" y="1464998"/>
                  </a:lnTo>
                  <a:lnTo>
                    <a:pt x="1585482" y="1470819"/>
                  </a:lnTo>
                  <a:lnTo>
                    <a:pt x="1582043" y="1476111"/>
                  </a:lnTo>
                  <a:lnTo>
                    <a:pt x="1578605" y="1481931"/>
                  </a:lnTo>
                  <a:lnTo>
                    <a:pt x="1574637" y="1486958"/>
                  </a:lnTo>
                  <a:lnTo>
                    <a:pt x="1570670" y="1491986"/>
                  </a:lnTo>
                  <a:lnTo>
                    <a:pt x="1566437" y="1496748"/>
                  </a:lnTo>
                  <a:lnTo>
                    <a:pt x="1561941" y="1501511"/>
                  </a:lnTo>
                  <a:lnTo>
                    <a:pt x="1557180" y="1505744"/>
                  </a:lnTo>
                  <a:lnTo>
                    <a:pt x="1552154" y="1509713"/>
                  </a:lnTo>
                  <a:lnTo>
                    <a:pt x="1546864" y="1513946"/>
                  </a:lnTo>
                  <a:lnTo>
                    <a:pt x="1541309" y="1517650"/>
                  </a:lnTo>
                  <a:lnTo>
                    <a:pt x="1536019" y="1521090"/>
                  </a:lnTo>
                  <a:lnTo>
                    <a:pt x="1530200" y="1524000"/>
                  </a:lnTo>
                  <a:lnTo>
                    <a:pt x="1524381" y="1527175"/>
                  </a:lnTo>
                  <a:lnTo>
                    <a:pt x="1518297" y="1529821"/>
                  </a:lnTo>
                  <a:lnTo>
                    <a:pt x="1511949" y="1532202"/>
                  </a:lnTo>
                  <a:lnTo>
                    <a:pt x="1505601" y="1534319"/>
                  </a:lnTo>
                  <a:lnTo>
                    <a:pt x="1499253" y="1535906"/>
                  </a:lnTo>
                  <a:lnTo>
                    <a:pt x="1492640" y="1537494"/>
                  </a:lnTo>
                  <a:lnTo>
                    <a:pt x="1485763" y="1538288"/>
                  </a:lnTo>
                  <a:lnTo>
                    <a:pt x="1478886" y="1539346"/>
                  </a:lnTo>
                  <a:lnTo>
                    <a:pt x="1472009" y="1539875"/>
                  </a:lnTo>
                  <a:lnTo>
                    <a:pt x="1464867" y="1539875"/>
                  </a:lnTo>
                  <a:lnTo>
                    <a:pt x="1458255" y="1539611"/>
                  </a:lnTo>
                  <a:lnTo>
                    <a:pt x="1451113" y="1539346"/>
                  </a:lnTo>
                  <a:lnTo>
                    <a:pt x="1444236" y="1538288"/>
                  </a:lnTo>
                  <a:lnTo>
                    <a:pt x="1437623" y="1536965"/>
                  </a:lnTo>
                  <a:lnTo>
                    <a:pt x="1431010" y="1535377"/>
                  </a:lnTo>
                  <a:lnTo>
                    <a:pt x="1424398" y="1533525"/>
                  </a:lnTo>
                  <a:lnTo>
                    <a:pt x="1418314" y="1531673"/>
                  </a:lnTo>
                  <a:lnTo>
                    <a:pt x="1411966" y="1529292"/>
                  </a:lnTo>
                  <a:lnTo>
                    <a:pt x="1406147" y="1526381"/>
                  </a:lnTo>
                  <a:lnTo>
                    <a:pt x="1400063" y="1523471"/>
                  </a:lnTo>
                  <a:lnTo>
                    <a:pt x="1394509" y="1520296"/>
                  </a:lnTo>
                  <a:lnTo>
                    <a:pt x="1388690" y="1516592"/>
                  </a:lnTo>
                  <a:lnTo>
                    <a:pt x="1383399" y="1512888"/>
                  </a:lnTo>
                  <a:lnTo>
                    <a:pt x="1378374" y="1508919"/>
                  </a:lnTo>
                  <a:lnTo>
                    <a:pt x="1373348" y="1504686"/>
                  </a:lnTo>
                  <a:lnTo>
                    <a:pt x="1368852" y="1500188"/>
                  </a:lnTo>
                  <a:lnTo>
                    <a:pt x="1364355" y="1495425"/>
                  </a:lnTo>
                  <a:lnTo>
                    <a:pt x="1359858" y="1490663"/>
                  </a:lnTo>
                  <a:lnTo>
                    <a:pt x="1356155" y="1485636"/>
                  </a:lnTo>
                  <a:lnTo>
                    <a:pt x="1352188" y="1480344"/>
                  </a:lnTo>
                  <a:lnTo>
                    <a:pt x="1348749" y="1475052"/>
                  </a:lnTo>
                  <a:lnTo>
                    <a:pt x="1345311" y="1469496"/>
                  </a:lnTo>
                  <a:lnTo>
                    <a:pt x="1342401" y="1463675"/>
                  </a:lnTo>
                  <a:lnTo>
                    <a:pt x="1339756" y="1457854"/>
                  </a:lnTo>
                  <a:lnTo>
                    <a:pt x="1337375" y="1451504"/>
                  </a:lnTo>
                  <a:lnTo>
                    <a:pt x="1335259" y="1445154"/>
                  </a:lnTo>
                  <a:lnTo>
                    <a:pt x="1333408" y="1439069"/>
                  </a:lnTo>
                  <a:lnTo>
                    <a:pt x="1332085" y="1432454"/>
                  </a:lnTo>
                  <a:lnTo>
                    <a:pt x="1330763" y="1425840"/>
                  </a:lnTo>
                  <a:lnTo>
                    <a:pt x="1329969" y="1419490"/>
                  </a:lnTo>
                  <a:lnTo>
                    <a:pt x="1329440" y="1412611"/>
                  </a:lnTo>
                  <a:lnTo>
                    <a:pt x="1329440" y="1405731"/>
                  </a:lnTo>
                  <a:lnTo>
                    <a:pt x="1330234" y="1232958"/>
                  </a:lnTo>
                  <a:lnTo>
                    <a:pt x="1153279" y="1231636"/>
                  </a:lnTo>
                  <a:lnTo>
                    <a:pt x="1146402" y="1231371"/>
                  </a:lnTo>
                  <a:lnTo>
                    <a:pt x="1139525" y="1231106"/>
                  </a:lnTo>
                  <a:lnTo>
                    <a:pt x="1132648" y="1230048"/>
                  </a:lnTo>
                  <a:lnTo>
                    <a:pt x="1125771" y="1228990"/>
                  </a:lnTo>
                  <a:lnTo>
                    <a:pt x="1119423" y="1227138"/>
                  </a:lnTo>
                  <a:lnTo>
                    <a:pt x="1112810" y="1225286"/>
                  </a:lnTo>
                  <a:lnTo>
                    <a:pt x="1106462" y="1223433"/>
                  </a:lnTo>
                  <a:lnTo>
                    <a:pt x="1100378" y="1221052"/>
                  </a:lnTo>
                  <a:lnTo>
                    <a:pt x="1094295" y="1218406"/>
                  </a:lnTo>
                  <a:lnTo>
                    <a:pt x="1088476" y="1215231"/>
                  </a:lnTo>
                  <a:lnTo>
                    <a:pt x="1082656" y="1212056"/>
                  </a:lnTo>
                  <a:lnTo>
                    <a:pt x="1077102" y="1208352"/>
                  </a:lnTo>
                  <a:lnTo>
                    <a:pt x="1071812" y="1204648"/>
                  </a:lnTo>
                  <a:lnTo>
                    <a:pt x="1066786" y="1200679"/>
                  </a:lnTo>
                  <a:lnTo>
                    <a:pt x="1062025" y="1196446"/>
                  </a:lnTo>
                  <a:lnTo>
                    <a:pt x="1057264" y="1192213"/>
                  </a:lnTo>
                  <a:lnTo>
                    <a:pt x="1052767" y="1187450"/>
                  </a:lnTo>
                  <a:lnTo>
                    <a:pt x="1048271" y="1182688"/>
                  </a:lnTo>
                  <a:lnTo>
                    <a:pt x="1044303" y="1177396"/>
                  </a:lnTo>
                  <a:lnTo>
                    <a:pt x="1040600" y="1172104"/>
                  </a:lnTo>
                  <a:lnTo>
                    <a:pt x="1036897" y="1166813"/>
                  </a:lnTo>
                  <a:lnTo>
                    <a:pt x="1033723" y="1161256"/>
                  </a:lnTo>
                  <a:lnTo>
                    <a:pt x="1030549" y="1155435"/>
                  </a:lnTo>
                  <a:lnTo>
                    <a:pt x="1027904" y="1149615"/>
                  </a:lnTo>
                  <a:lnTo>
                    <a:pt x="1025523" y="1143265"/>
                  </a:lnTo>
                  <a:lnTo>
                    <a:pt x="1023407" y="1137444"/>
                  </a:lnTo>
                  <a:lnTo>
                    <a:pt x="1021820" y="1130829"/>
                  </a:lnTo>
                  <a:lnTo>
                    <a:pt x="1020233" y="1124215"/>
                  </a:lnTo>
                  <a:lnTo>
                    <a:pt x="1019175" y="1117600"/>
                  </a:lnTo>
                  <a:lnTo>
                    <a:pt x="1018117" y="1111250"/>
                  </a:lnTo>
                  <a:lnTo>
                    <a:pt x="1017853" y="1104371"/>
                  </a:lnTo>
                  <a:lnTo>
                    <a:pt x="1017588" y="1097492"/>
                  </a:lnTo>
                  <a:lnTo>
                    <a:pt x="1017853" y="1090613"/>
                  </a:lnTo>
                  <a:lnTo>
                    <a:pt x="1018382" y="1083733"/>
                  </a:lnTo>
                  <a:lnTo>
                    <a:pt x="1019440" y="1077383"/>
                  </a:lnTo>
                  <a:lnTo>
                    <a:pt x="1020498" y="1070769"/>
                  </a:lnTo>
                  <a:lnTo>
                    <a:pt x="1022085" y="1064154"/>
                  </a:lnTo>
                  <a:lnTo>
                    <a:pt x="1024201" y="1057804"/>
                  </a:lnTo>
                  <a:lnTo>
                    <a:pt x="1026317" y="1051719"/>
                  </a:lnTo>
                  <a:lnTo>
                    <a:pt x="1028697" y="1045633"/>
                  </a:lnTo>
                  <a:lnTo>
                    <a:pt x="1031607" y="1039813"/>
                  </a:lnTo>
                  <a:lnTo>
                    <a:pt x="1034516" y="1033992"/>
                  </a:lnTo>
                  <a:lnTo>
                    <a:pt x="1037690" y="1028435"/>
                  </a:lnTo>
                  <a:lnTo>
                    <a:pt x="1041394" y="1023144"/>
                  </a:lnTo>
                  <a:lnTo>
                    <a:pt x="1045361" y="1017852"/>
                  </a:lnTo>
                  <a:lnTo>
                    <a:pt x="1049329" y="1012825"/>
                  </a:lnTo>
                  <a:lnTo>
                    <a:pt x="1053561" y="1008063"/>
                  </a:lnTo>
                  <a:lnTo>
                    <a:pt x="1058057" y="1003565"/>
                  </a:lnTo>
                  <a:lnTo>
                    <a:pt x="1062818" y="999067"/>
                  </a:lnTo>
                  <a:lnTo>
                    <a:pt x="1067844" y="994833"/>
                  </a:lnTo>
                  <a:lnTo>
                    <a:pt x="1073134" y="990865"/>
                  </a:lnTo>
                  <a:lnTo>
                    <a:pt x="1078689" y="987160"/>
                  </a:lnTo>
                  <a:lnTo>
                    <a:pt x="1083979" y="983721"/>
                  </a:lnTo>
                  <a:lnTo>
                    <a:pt x="1089798" y="980546"/>
                  </a:lnTo>
                  <a:lnTo>
                    <a:pt x="1095617" y="977635"/>
                  </a:lnTo>
                  <a:lnTo>
                    <a:pt x="1101701" y="975254"/>
                  </a:lnTo>
                  <a:lnTo>
                    <a:pt x="1108049" y="972873"/>
                  </a:lnTo>
                  <a:lnTo>
                    <a:pt x="1114133" y="970756"/>
                  </a:lnTo>
                  <a:lnTo>
                    <a:pt x="1120745" y="968904"/>
                  </a:lnTo>
                  <a:lnTo>
                    <a:pt x="1127358" y="967581"/>
                  </a:lnTo>
                  <a:lnTo>
                    <a:pt x="1134235" y="966258"/>
                  </a:lnTo>
                  <a:lnTo>
                    <a:pt x="1141112" y="965465"/>
                  </a:lnTo>
                  <a:lnTo>
                    <a:pt x="1147989" y="965200"/>
                  </a:lnTo>
                  <a:lnTo>
                    <a:pt x="1155131" y="964935"/>
                  </a:lnTo>
                  <a:lnTo>
                    <a:pt x="1332085" y="965994"/>
                  </a:lnTo>
                  <a:lnTo>
                    <a:pt x="1332879" y="793221"/>
                  </a:lnTo>
                  <a:lnTo>
                    <a:pt x="1333143" y="786342"/>
                  </a:lnTo>
                  <a:lnTo>
                    <a:pt x="1333672" y="779463"/>
                  </a:lnTo>
                  <a:lnTo>
                    <a:pt x="1334730" y="772583"/>
                  </a:lnTo>
                  <a:lnTo>
                    <a:pt x="1335788" y="765969"/>
                  </a:lnTo>
                  <a:lnTo>
                    <a:pt x="1337375" y="759883"/>
                  </a:lnTo>
                  <a:lnTo>
                    <a:pt x="1339227" y="753269"/>
                  </a:lnTo>
                  <a:lnTo>
                    <a:pt x="1341608" y="747448"/>
                  </a:lnTo>
                  <a:lnTo>
                    <a:pt x="1343988" y="741098"/>
                  </a:lnTo>
                  <a:lnTo>
                    <a:pt x="1346633" y="735013"/>
                  </a:lnTo>
                  <a:lnTo>
                    <a:pt x="1349807" y="729456"/>
                  </a:lnTo>
                  <a:lnTo>
                    <a:pt x="1353246" y="723900"/>
                  </a:lnTo>
                  <a:lnTo>
                    <a:pt x="1356684" y="718344"/>
                  </a:lnTo>
                  <a:lnTo>
                    <a:pt x="1360652" y="713317"/>
                  </a:lnTo>
                  <a:lnTo>
                    <a:pt x="1364355" y="708290"/>
                  </a:lnTo>
                  <a:lnTo>
                    <a:pt x="1368852" y="703527"/>
                  </a:lnTo>
                  <a:lnTo>
                    <a:pt x="1373348" y="698765"/>
                  </a:lnTo>
                  <a:lnTo>
                    <a:pt x="1378109" y="694267"/>
                  </a:lnTo>
                  <a:lnTo>
                    <a:pt x="1383135" y="690298"/>
                  </a:lnTo>
                  <a:lnTo>
                    <a:pt x="1388161" y="686329"/>
                  </a:lnTo>
                  <a:lnTo>
                    <a:pt x="1393451" y="682890"/>
                  </a:lnTo>
                  <a:lnTo>
                    <a:pt x="1399270" y="679186"/>
                  </a:lnTo>
                  <a:lnTo>
                    <a:pt x="1404824" y="676275"/>
                  </a:lnTo>
                  <a:lnTo>
                    <a:pt x="1410908" y="673365"/>
                  </a:lnTo>
                  <a:lnTo>
                    <a:pt x="1416992" y="670454"/>
                  </a:lnTo>
                  <a:lnTo>
                    <a:pt x="1423075" y="668073"/>
                  </a:lnTo>
                  <a:lnTo>
                    <a:pt x="1429688" y="666221"/>
                  </a:lnTo>
                  <a:lnTo>
                    <a:pt x="1436036" y="664369"/>
                  </a:lnTo>
                  <a:lnTo>
                    <a:pt x="1442649" y="662781"/>
                  </a:lnTo>
                  <a:lnTo>
                    <a:pt x="1449261" y="661988"/>
                  </a:lnTo>
                  <a:lnTo>
                    <a:pt x="1456138" y="660929"/>
                  </a:lnTo>
                  <a:lnTo>
                    <a:pt x="1463280" y="660400"/>
                  </a:lnTo>
                  <a:close/>
                  <a:moveTo>
                    <a:pt x="714108" y="0"/>
                  </a:moveTo>
                  <a:lnTo>
                    <a:pt x="723364" y="0"/>
                  </a:lnTo>
                  <a:lnTo>
                    <a:pt x="732621" y="264"/>
                  </a:lnTo>
                  <a:lnTo>
                    <a:pt x="741349" y="529"/>
                  </a:lnTo>
                  <a:lnTo>
                    <a:pt x="750606" y="1058"/>
                  </a:lnTo>
                  <a:lnTo>
                    <a:pt x="759599" y="2115"/>
                  </a:lnTo>
                  <a:lnTo>
                    <a:pt x="768591" y="3173"/>
                  </a:lnTo>
                  <a:lnTo>
                    <a:pt x="777319" y="4495"/>
                  </a:lnTo>
                  <a:lnTo>
                    <a:pt x="786312" y="5817"/>
                  </a:lnTo>
                  <a:lnTo>
                    <a:pt x="795040" y="7404"/>
                  </a:lnTo>
                  <a:lnTo>
                    <a:pt x="803503" y="9520"/>
                  </a:lnTo>
                  <a:lnTo>
                    <a:pt x="812231" y="11635"/>
                  </a:lnTo>
                  <a:lnTo>
                    <a:pt x="820959" y="14015"/>
                  </a:lnTo>
                  <a:lnTo>
                    <a:pt x="829158" y="16395"/>
                  </a:lnTo>
                  <a:lnTo>
                    <a:pt x="837622" y="19039"/>
                  </a:lnTo>
                  <a:lnTo>
                    <a:pt x="845821" y="21948"/>
                  </a:lnTo>
                  <a:lnTo>
                    <a:pt x="853755" y="24856"/>
                  </a:lnTo>
                  <a:lnTo>
                    <a:pt x="861954" y="28294"/>
                  </a:lnTo>
                  <a:lnTo>
                    <a:pt x="869889" y="31732"/>
                  </a:lnTo>
                  <a:lnTo>
                    <a:pt x="877559" y="35434"/>
                  </a:lnTo>
                  <a:lnTo>
                    <a:pt x="885493" y="39136"/>
                  </a:lnTo>
                  <a:lnTo>
                    <a:pt x="892899" y="43102"/>
                  </a:lnTo>
                  <a:lnTo>
                    <a:pt x="900569" y="47333"/>
                  </a:lnTo>
                  <a:lnTo>
                    <a:pt x="907710" y="51299"/>
                  </a:lnTo>
                  <a:lnTo>
                    <a:pt x="915116" y="56059"/>
                  </a:lnTo>
                  <a:lnTo>
                    <a:pt x="922257" y="60554"/>
                  </a:lnTo>
                  <a:lnTo>
                    <a:pt x="929398" y="65314"/>
                  </a:lnTo>
                  <a:lnTo>
                    <a:pt x="936274" y="70338"/>
                  </a:lnTo>
                  <a:lnTo>
                    <a:pt x="943151" y="75362"/>
                  </a:lnTo>
                  <a:lnTo>
                    <a:pt x="949763" y="80915"/>
                  </a:lnTo>
                  <a:lnTo>
                    <a:pt x="956111" y="86204"/>
                  </a:lnTo>
                  <a:lnTo>
                    <a:pt x="962458" y="91757"/>
                  </a:lnTo>
                  <a:lnTo>
                    <a:pt x="968806" y="97575"/>
                  </a:lnTo>
                  <a:lnTo>
                    <a:pt x="974889" y="103392"/>
                  </a:lnTo>
                  <a:lnTo>
                    <a:pt x="980972" y="109474"/>
                  </a:lnTo>
                  <a:lnTo>
                    <a:pt x="986526" y="115556"/>
                  </a:lnTo>
                  <a:lnTo>
                    <a:pt x="992080" y="121902"/>
                  </a:lnTo>
                  <a:lnTo>
                    <a:pt x="997635" y="128513"/>
                  </a:lnTo>
                  <a:lnTo>
                    <a:pt x="1002924" y="134859"/>
                  </a:lnTo>
                  <a:lnTo>
                    <a:pt x="1008214" y="141470"/>
                  </a:lnTo>
                  <a:lnTo>
                    <a:pt x="1013239" y="148345"/>
                  </a:lnTo>
                  <a:lnTo>
                    <a:pt x="1018000" y="155220"/>
                  </a:lnTo>
                  <a:lnTo>
                    <a:pt x="1022761" y="162360"/>
                  </a:lnTo>
                  <a:lnTo>
                    <a:pt x="1027257" y="169499"/>
                  </a:lnTo>
                  <a:lnTo>
                    <a:pt x="1031489" y="176903"/>
                  </a:lnTo>
                  <a:lnTo>
                    <a:pt x="1035720" y="184043"/>
                  </a:lnTo>
                  <a:lnTo>
                    <a:pt x="1039688" y="191711"/>
                  </a:lnTo>
                  <a:lnTo>
                    <a:pt x="1043655" y="199115"/>
                  </a:lnTo>
                  <a:lnTo>
                    <a:pt x="1047093" y="206784"/>
                  </a:lnTo>
                  <a:lnTo>
                    <a:pt x="1050532" y="214717"/>
                  </a:lnTo>
                  <a:lnTo>
                    <a:pt x="1053705" y="222650"/>
                  </a:lnTo>
                  <a:lnTo>
                    <a:pt x="1057144" y="230318"/>
                  </a:lnTo>
                  <a:lnTo>
                    <a:pt x="1059788" y="238780"/>
                  </a:lnTo>
                  <a:lnTo>
                    <a:pt x="1062433" y="246713"/>
                  </a:lnTo>
                  <a:lnTo>
                    <a:pt x="1064814" y="255175"/>
                  </a:lnTo>
                  <a:lnTo>
                    <a:pt x="1067194" y="263372"/>
                  </a:lnTo>
                  <a:lnTo>
                    <a:pt x="1069310" y="271834"/>
                  </a:lnTo>
                  <a:lnTo>
                    <a:pt x="1070897" y="280031"/>
                  </a:lnTo>
                  <a:lnTo>
                    <a:pt x="1072484" y="288757"/>
                  </a:lnTo>
                  <a:lnTo>
                    <a:pt x="1074071" y="297219"/>
                  </a:lnTo>
                  <a:lnTo>
                    <a:pt x="1075129" y="305945"/>
                  </a:lnTo>
                  <a:lnTo>
                    <a:pt x="1076186" y="314936"/>
                  </a:lnTo>
                  <a:lnTo>
                    <a:pt x="1076980" y="323397"/>
                  </a:lnTo>
                  <a:lnTo>
                    <a:pt x="1077509" y="332388"/>
                  </a:lnTo>
                  <a:lnTo>
                    <a:pt x="1077773" y="341379"/>
                  </a:lnTo>
                  <a:lnTo>
                    <a:pt x="1077773" y="350369"/>
                  </a:lnTo>
                  <a:lnTo>
                    <a:pt x="1077509" y="359360"/>
                  </a:lnTo>
                  <a:lnTo>
                    <a:pt x="1077244" y="368350"/>
                  </a:lnTo>
                  <a:lnTo>
                    <a:pt x="1076716" y="377341"/>
                  </a:lnTo>
                  <a:lnTo>
                    <a:pt x="1075658" y="385803"/>
                  </a:lnTo>
                  <a:lnTo>
                    <a:pt x="1074600" y="394793"/>
                  </a:lnTo>
                  <a:lnTo>
                    <a:pt x="1073277" y="403519"/>
                  </a:lnTo>
                  <a:lnTo>
                    <a:pt x="1071955" y="411981"/>
                  </a:lnTo>
                  <a:lnTo>
                    <a:pt x="1070103" y="420707"/>
                  </a:lnTo>
                  <a:lnTo>
                    <a:pt x="1068252" y="428905"/>
                  </a:lnTo>
                  <a:lnTo>
                    <a:pt x="1065872" y="437366"/>
                  </a:lnTo>
                  <a:lnTo>
                    <a:pt x="1063756" y="445564"/>
                  </a:lnTo>
                  <a:lnTo>
                    <a:pt x="1061111" y="454026"/>
                  </a:lnTo>
                  <a:lnTo>
                    <a:pt x="1058466" y="461958"/>
                  </a:lnTo>
                  <a:lnTo>
                    <a:pt x="1055557" y="469891"/>
                  </a:lnTo>
                  <a:lnTo>
                    <a:pt x="1052383" y="478089"/>
                  </a:lnTo>
                  <a:lnTo>
                    <a:pt x="1048945" y="485757"/>
                  </a:lnTo>
                  <a:lnTo>
                    <a:pt x="1045506" y="493426"/>
                  </a:lnTo>
                  <a:lnTo>
                    <a:pt x="1041804" y="501358"/>
                  </a:lnTo>
                  <a:lnTo>
                    <a:pt x="1038101" y="508762"/>
                  </a:lnTo>
                  <a:lnTo>
                    <a:pt x="1033869" y="516166"/>
                  </a:lnTo>
                  <a:lnTo>
                    <a:pt x="1029637" y="523570"/>
                  </a:lnTo>
                  <a:lnTo>
                    <a:pt x="1025141" y="530710"/>
                  </a:lnTo>
                  <a:lnTo>
                    <a:pt x="1020380" y="537850"/>
                  </a:lnTo>
                  <a:lnTo>
                    <a:pt x="1015620" y="544725"/>
                  </a:lnTo>
                  <a:lnTo>
                    <a:pt x="1010859" y="551864"/>
                  </a:lnTo>
                  <a:lnTo>
                    <a:pt x="1005834" y="558211"/>
                  </a:lnTo>
                  <a:lnTo>
                    <a:pt x="1000544" y="564821"/>
                  </a:lnTo>
                  <a:lnTo>
                    <a:pt x="995254" y="571432"/>
                  </a:lnTo>
                  <a:lnTo>
                    <a:pt x="989436" y="578043"/>
                  </a:lnTo>
                  <a:lnTo>
                    <a:pt x="983882" y="584125"/>
                  </a:lnTo>
                  <a:lnTo>
                    <a:pt x="977798" y="590207"/>
                  </a:lnTo>
                  <a:lnTo>
                    <a:pt x="971980" y="596024"/>
                  </a:lnTo>
                  <a:lnTo>
                    <a:pt x="965632" y="601842"/>
                  </a:lnTo>
                  <a:lnTo>
                    <a:pt x="959549" y="607659"/>
                  </a:lnTo>
                  <a:lnTo>
                    <a:pt x="953201" y="612948"/>
                  </a:lnTo>
                  <a:lnTo>
                    <a:pt x="946325" y="618501"/>
                  </a:lnTo>
                  <a:lnTo>
                    <a:pt x="939713" y="623789"/>
                  </a:lnTo>
                  <a:lnTo>
                    <a:pt x="933100" y="628813"/>
                  </a:lnTo>
                  <a:lnTo>
                    <a:pt x="926224" y="633573"/>
                  </a:lnTo>
                  <a:lnTo>
                    <a:pt x="919083" y="638333"/>
                  </a:lnTo>
                  <a:lnTo>
                    <a:pt x="911942" y="642828"/>
                  </a:lnTo>
                  <a:lnTo>
                    <a:pt x="904536" y="647323"/>
                  </a:lnTo>
                  <a:lnTo>
                    <a:pt x="897131" y="651290"/>
                  </a:lnTo>
                  <a:lnTo>
                    <a:pt x="889461" y="655521"/>
                  </a:lnTo>
                  <a:lnTo>
                    <a:pt x="881791" y="659487"/>
                  </a:lnTo>
                  <a:lnTo>
                    <a:pt x="874120" y="663189"/>
                  </a:lnTo>
                  <a:lnTo>
                    <a:pt x="866186" y="666627"/>
                  </a:lnTo>
                  <a:lnTo>
                    <a:pt x="857987" y="670064"/>
                  </a:lnTo>
                  <a:lnTo>
                    <a:pt x="850052" y="672973"/>
                  </a:lnTo>
                  <a:lnTo>
                    <a:pt x="841853" y="676146"/>
                  </a:lnTo>
                  <a:lnTo>
                    <a:pt x="833654" y="679055"/>
                  </a:lnTo>
                  <a:lnTo>
                    <a:pt x="825455" y="681699"/>
                  </a:lnTo>
                  <a:lnTo>
                    <a:pt x="816992" y="684079"/>
                  </a:lnTo>
                  <a:lnTo>
                    <a:pt x="808264" y="686195"/>
                  </a:lnTo>
                  <a:lnTo>
                    <a:pt x="799800" y="688310"/>
                  </a:lnTo>
                  <a:lnTo>
                    <a:pt x="791072" y="690161"/>
                  </a:lnTo>
                  <a:lnTo>
                    <a:pt x="782609" y="691483"/>
                  </a:lnTo>
                  <a:lnTo>
                    <a:pt x="773616" y="693070"/>
                  </a:lnTo>
                  <a:lnTo>
                    <a:pt x="764624" y="694128"/>
                  </a:lnTo>
                  <a:lnTo>
                    <a:pt x="755632" y="695185"/>
                  </a:lnTo>
                  <a:lnTo>
                    <a:pt x="746639" y="695714"/>
                  </a:lnTo>
                  <a:lnTo>
                    <a:pt x="737647" y="696243"/>
                  </a:lnTo>
                  <a:lnTo>
                    <a:pt x="728390" y="696507"/>
                  </a:lnTo>
                  <a:lnTo>
                    <a:pt x="719133" y="696507"/>
                  </a:lnTo>
                  <a:lnTo>
                    <a:pt x="709876" y="696507"/>
                  </a:lnTo>
                  <a:lnTo>
                    <a:pt x="700883" y="695979"/>
                  </a:lnTo>
                  <a:lnTo>
                    <a:pt x="691891" y="695450"/>
                  </a:lnTo>
                  <a:lnTo>
                    <a:pt x="682898" y="694392"/>
                  </a:lnTo>
                  <a:lnTo>
                    <a:pt x="673906" y="693599"/>
                  </a:lnTo>
                  <a:lnTo>
                    <a:pt x="664913" y="692541"/>
                  </a:lnTo>
                  <a:lnTo>
                    <a:pt x="656186" y="690954"/>
                  </a:lnTo>
                  <a:lnTo>
                    <a:pt x="647458" y="689103"/>
                  </a:lnTo>
                  <a:lnTo>
                    <a:pt x="638730" y="687252"/>
                  </a:lnTo>
                  <a:lnTo>
                    <a:pt x="630266" y="684872"/>
                  </a:lnTo>
                  <a:lnTo>
                    <a:pt x="621538" y="683021"/>
                  </a:lnTo>
                  <a:lnTo>
                    <a:pt x="613339" y="680113"/>
                  </a:lnTo>
                  <a:lnTo>
                    <a:pt x="604876" y="677468"/>
                  </a:lnTo>
                  <a:lnTo>
                    <a:pt x="596676" y="674824"/>
                  </a:lnTo>
                  <a:lnTo>
                    <a:pt x="588478" y="671651"/>
                  </a:lnTo>
                  <a:lnTo>
                    <a:pt x="580543" y="668213"/>
                  </a:lnTo>
                  <a:lnTo>
                    <a:pt x="572873" y="665040"/>
                  </a:lnTo>
                  <a:lnTo>
                    <a:pt x="564674" y="661603"/>
                  </a:lnTo>
                  <a:lnTo>
                    <a:pt x="557004" y="657636"/>
                  </a:lnTo>
                  <a:lnTo>
                    <a:pt x="549598" y="653405"/>
                  </a:lnTo>
                  <a:lnTo>
                    <a:pt x="541928" y="649439"/>
                  </a:lnTo>
                  <a:lnTo>
                    <a:pt x="534787" y="645208"/>
                  </a:lnTo>
                  <a:lnTo>
                    <a:pt x="527382" y="640713"/>
                  </a:lnTo>
                  <a:lnTo>
                    <a:pt x="520241" y="635953"/>
                  </a:lnTo>
                  <a:lnTo>
                    <a:pt x="513364" y="631193"/>
                  </a:lnTo>
                  <a:lnTo>
                    <a:pt x="506223" y="626169"/>
                  </a:lnTo>
                  <a:lnTo>
                    <a:pt x="499611" y="621145"/>
                  </a:lnTo>
                  <a:lnTo>
                    <a:pt x="492734" y="615592"/>
                  </a:lnTo>
                  <a:lnTo>
                    <a:pt x="486122" y="610303"/>
                  </a:lnTo>
                  <a:lnTo>
                    <a:pt x="480039" y="604750"/>
                  </a:lnTo>
                  <a:lnTo>
                    <a:pt x="473691" y="598933"/>
                  </a:lnTo>
                  <a:lnTo>
                    <a:pt x="467873" y="593115"/>
                  </a:lnTo>
                  <a:lnTo>
                    <a:pt x="461790" y="587298"/>
                  </a:lnTo>
                  <a:lnTo>
                    <a:pt x="455971" y="580952"/>
                  </a:lnTo>
                  <a:lnTo>
                    <a:pt x="450152" y="574605"/>
                  </a:lnTo>
                  <a:lnTo>
                    <a:pt x="444863" y="568523"/>
                  </a:lnTo>
                  <a:lnTo>
                    <a:pt x="439573" y="561913"/>
                  </a:lnTo>
                  <a:lnTo>
                    <a:pt x="434283" y="555038"/>
                  </a:lnTo>
                  <a:lnTo>
                    <a:pt x="429258" y="548162"/>
                  </a:lnTo>
                  <a:lnTo>
                    <a:pt x="424497" y="541287"/>
                  </a:lnTo>
                  <a:lnTo>
                    <a:pt x="419737" y="534148"/>
                  </a:lnTo>
                  <a:lnTo>
                    <a:pt x="415240" y="527008"/>
                  </a:lnTo>
                  <a:lnTo>
                    <a:pt x="411009" y="519868"/>
                  </a:lnTo>
                  <a:lnTo>
                    <a:pt x="406777" y="512464"/>
                  </a:lnTo>
                  <a:lnTo>
                    <a:pt x="402545" y="505060"/>
                  </a:lnTo>
                  <a:lnTo>
                    <a:pt x="398842" y="497392"/>
                  </a:lnTo>
                  <a:lnTo>
                    <a:pt x="395140" y="489988"/>
                  </a:lnTo>
                  <a:lnTo>
                    <a:pt x="391966" y="481791"/>
                  </a:lnTo>
                  <a:lnTo>
                    <a:pt x="388792" y="474122"/>
                  </a:lnTo>
                  <a:lnTo>
                    <a:pt x="385618" y="466189"/>
                  </a:lnTo>
                  <a:lnTo>
                    <a:pt x="382709" y="458256"/>
                  </a:lnTo>
                  <a:lnTo>
                    <a:pt x="380064" y="449795"/>
                  </a:lnTo>
                  <a:lnTo>
                    <a:pt x="377684" y="441862"/>
                  </a:lnTo>
                  <a:lnTo>
                    <a:pt x="375303" y="433400"/>
                  </a:lnTo>
                  <a:lnTo>
                    <a:pt x="373187" y="425203"/>
                  </a:lnTo>
                  <a:lnTo>
                    <a:pt x="371336" y="416477"/>
                  </a:lnTo>
                  <a:lnTo>
                    <a:pt x="370014" y="407750"/>
                  </a:lnTo>
                  <a:lnTo>
                    <a:pt x="368427" y="399289"/>
                  </a:lnTo>
                  <a:lnTo>
                    <a:pt x="367369" y="390562"/>
                  </a:lnTo>
                  <a:lnTo>
                    <a:pt x="366311" y="382101"/>
                  </a:lnTo>
                  <a:lnTo>
                    <a:pt x="365517" y="373110"/>
                  </a:lnTo>
                  <a:lnTo>
                    <a:pt x="364988" y="364120"/>
                  </a:lnTo>
                  <a:lnTo>
                    <a:pt x="364724" y="355129"/>
                  </a:lnTo>
                  <a:lnTo>
                    <a:pt x="364724" y="346403"/>
                  </a:lnTo>
                  <a:lnTo>
                    <a:pt x="364988" y="337412"/>
                  </a:lnTo>
                  <a:lnTo>
                    <a:pt x="365253" y="328422"/>
                  </a:lnTo>
                  <a:lnTo>
                    <a:pt x="365782" y="319695"/>
                  </a:lnTo>
                  <a:lnTo>
                    <a:pt x="366575" y="310705"/>
                  </a:lnTo>
                  <a:lnTo>
                    <a:pt x="367898" y="301979"/>
                  </a:lnTo>
                  <a:lnTo>
                    <a:pt x="368956" y="292988"/>
                  </a:lnTo>
                  <a:lnTo>
                    <a:pt x="370542" y="284791"/>
                  </a:lnTo>
                  <a:lnTo>
                    <a:pt x="372394" y="276064"/>
                  </a:lnTo>
                  <a:lnTo>
                    <a:pt x="374245" y="267603"/>
                  </a:lnTo>
                  <a:lnTo>
                    <a:pt x="376626" y="259141"/>
                  </a:lnTo>
                  <a:lnTo>
                    <a:pt x="378477" y="250944"/>
                  </a:lnTo>
                  <a:lnTo>
                    <a:pt x="381386" y="242746"/>
                  </a:lnTo>
                  <a:lnTo>
                    <a:pt x="384031" y="234549"/>
                  </a:lnTo>
                  <a:lnTo>
                    <a:pt x="386940" y="226616"/>
                  </a:lnTo>
                  <a:lnTo>
                    <a:pt x="390114" y="218683"/>
                  </a:lnTo>
                  <a:lnTo>
                    <a:pt x="393553" y="210750"/>
                  </a:lnTo>
                  <a:lnTo>
                    <a:pt x="396991" y="203082"/>
                  </a:lnTo>
                  <a:lnTo>
                    <a:pt x="400694" y="195678"/>
                  </a:lnTo>
                  <a:lnTo>
                    <a:pt x="404396" y="187745"/>
                  </a:lnTo>
                  <a:lnTo>
                    <a:pt x="408628" y="180341"/>
                  </a:lnTo>
                  <a:lnTo>
                    <a:pt x="412860" y="173201"/>
                  </a:lnTo>
                  <a:lnTo>
                    <a:pt x="417356" y="165797"/>
                  </a:lnTo>
                  <a:lnTo>
                    <a:pt x="422117" y="158658"/>
                  </a:lnTo>
                  <a:lnTo>
                    <a:pt x="426878" y="151783"/>
                  </a:lnTo>
                  <a:lnTo>
                    <a:pt x="431638" y="144907"/>
                  </a:lnTo>
                  <a:lnTo>
                    <a:pt x="436664" y="138297"/>
                  </a:lnTo>
                  <a:lnTo>
                    <a:pt x="441953" y="131686"/>
                  </a:lnTo>
                  <a:lnTo>
                    <a:pt x="447243" y="125075"/>
                  </a:lnTo>
                  <a:lnTo>
                    <a:pt x="453062" y="118993"/>
                  </a:lnTo>
                  <a:lnTo>
                    <a:pt x="458616" y="112647"/>
                  </a:lnTo>
                  <a:lnTo>
                    <a:pt x="464434" y="106301"/>
                  </a:lnTo>
                  <a:lnTo>
                    <a:pt x="470518" y="100483"/>
                  </a:lnTo>
                  <a:lnTo>
                    <a:pt x="476865" y="94666"/>
                  </a:lnTo>
                  <a:lnTo>
                    <a:pt x="482948" y="89113"/>
                  </a:lnTo>
                  <a:lnTo>
                    <a:pt x="489560" y="83560"/>
                  </a:lnTo>
                  <a:lnTo>
                    <a:pt x="496172" y="78271"/>
                  </a:lnTo>
                  <a:lnTo>
                    <a:pt x="502520" y="72983"/>
                  </a:lnTo>
                  <a:lnTo>
                    <a:pt x="509397" y="67958"/>
                  </a:lnTo>
                  <a:lnTo>
                    <a:pt x="516538" y="62934"/>
                  </a:lnTo>
                  <a:lnTo>
                    <a:pt x="523414" y="58175"/>
                  </a:lnTo>
                  <a:lnTo>
                    <a:pt x="530820" y="53679"/>
                  </a:lnTo>
                  <a:lnTo>
                    <a:pt x="537961" y="49184"/>
                  </a:lnTo>
                  <a:lnTo>
                    <a:pt x="545367" y="45217"/>
                  </a:lnTo>
                  <a:lnTo>
                    <a:pt x="553301" y="40987"/>
                  </a:lnTo>
                  <a:lnTo>
                    <a:pt x="560707" y="37020"/>
                  </a:lnTo>
                  <a:lnTo>
                    <a:pt x="568377" y="33583"/>
                  </a:lnTo>
                  <a:lnTo>
                    <a:pt x="576311" y="29881"/>
                  </a:lnTo>
                  <a:lnTo>
                    <a:pt x="584510" y="26707"/>
                  </a:lnTo>
                  <a:lnTo>
                    <a:pt x="592445" y="23534"/>
                  </a:lnTo>
                  <a:lnTo>
                    <a:pt x="600379" y="20361"/>
                  </a:lnTo>
                  <a:lnTo>
                    <a:pt x="608843" y="17717"/>
                  </a:lnTo>
                  <a:lnTo>
                    <a:pt x="617042" y="15073"/>
                  </a:lnTo>
                  <a:lnTo>
                    <a:pt x="625505" y="12693"/>
                  </a:lnTo>
                  <a:lnTo>
                    <a:pt x="633969" y="10313"/>
                  </a:lnTo>
                  <a:lnTo>
                    <a:pt x="642697" y="8462"/>
                  </a:lnTo>
                  <a:lnTo>
                    <a:pt x="651425" y="6875"/>
                  </a:lnTo>
                  <a:lnTo>
                    <a:pt x="659888" y="5024"/>
                  </a:lnTo>
                  <a:lnTo>
                    <a:pt x="668881" y="3702"/>
                  </a:lnTo>
                  <a:lnTo>
                    <a:pt x="677873" y="2644"/>
                  </a:lnTo>
                  <a:lnTo>
                    <a:pt x="686601" y="1851"/>
                  </a:lnTo>
                  <a:lnTo>
                    <a:pt x="695858" y="793"/>
                  </a:lnTo>
                  <a:lnTo>
                    <a:pt x="704851" y="264"/>
                  </a:lnTo>
                  <a:lnTo>
                    <a:pt x="7141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sp>
        <p:nvSpPr>
          <p:cNvPr id="26633" name="文本框 1027"/>
          <p:cNvSpPr txBox="1">
            <a:spLocks noChangeArrowheads="1"/>
          </p:cNvSpPr>
          <p:nvPr/>
        </p:nvSpPr>
        <p:spPr bwMode="auto">
          <a:xfrm>
            <a:off x="3780032" y="4602347"/>
            <a:ext cx="15544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t>答辩人：liaowp</a:t>
            </a:r>
            <a:endParaRPr lang="en-US" altLang="zh-CN" sz="1800" dirty="0"/>
          </a:p>
        </p:txBody>
      </p:sp>
      <p:sp>
        <p:nvSpPr>
          <p:cNvPr id="26634" name="文本框 112"/>
          <p:cNvSpPr txBox="1">
            <a:spLocks noChangeArrowheads="1"/>
          </p:cNvSpPr>
          <p:nvPr/>
        </p:nvSpPr>
        <p:spPr bwMode="auto">
          <a:xfrm>
            <a:off x="6362894" y="4602346"/>
            <a:ext cx="17830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t>指导教师：xxxx</a:t>
            </a:r>
            <a:endParaRPr lang="zh-CN" altLang="en-US" sz="1800" dirty="0"/>
          </a:p>
        </p:txBody>
      </p:sp>
      <p:sp>
        <p:nvSpPr>
          <p:cNvPr id="26635" name="文本框 1066"/>
          <p:cNvSpPr txBox="1">
            <a:spLocks noChangeArrowheads="1"/>
          </p:cNvSpPr>
          <p:nvPr/>
        </p:nvSpPr>
        <p:spPr bwMode="auto">
          <a:xfrm>
            <a:off x="1766888" y="598488"/>
            <a:ext cx="26468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t>广州软件学院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068" name="矩形 1067"/>
          <p:cNvSpPr/>
          <p:nvPr/>
        </p:nvSpPr>
        <p:spPr>
          <a:xfrm>
            <a:off x="1368292" y="3332486"/>
            <a:ext cx="9677400" cy="211455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69" name="矩形 1068"/>
          <p:cNvSpPr/>
          <p:nvPr/>
        </p:nvSpPr>
        <p:spPr>
          <a:xfrm>
            <a:off x="10807567" y="5129536"/>
            <a:ext cx="476250" cy="4762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7" name="矩形 116"/>
          <p:cNvSpPr/>
          <p:nvPr/>
        </p:nvSpPr>
        <p:spPr>
          <a:xfrm>
            <a:off x="10539280" y="4900936"/>
            <a:ext cx="474662" cy="474662"/>
          </a:xfrm>
          <a:prstGeom prst="rect">
            <a:avLst/>
          </a:prstGeom>
          <a:solidFill>
            <a:srgbClr val="4B649F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8" name="矩形 117"/>
          <p:cNvSpPr/>
          <p:nvPr/>
        </p:nvSpPr>
        <p:spPr>
          <a:xfrm>
            <a:off x="1209542" y="3126111"/>
            <a:ext cx="474663" cy="474662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9" name="矩形 118"/>
          <p:cNvSpPr/>
          <p:nvPr/>
        </p:nvSpPr>
        <p:spPr>
          <a:xfrm>
            <a:off x="1361942" y="3278511"/>
            <a:ext cx="474663" cy="474662"/>
          </a:xfrm>
          <a:prstGeom prst="rect">
            <a:avLst/>
          </a:prstGeom>
          <a:solidFill>
            <a:srgbClr val="4B64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3" name="文本框 2"/>
          <p:cNvSpPr txBox="1"/>
          <p:nvPr/>
        </p:nvSpPr>
        <p:spPr>
          <a:xfrm>
            <a:off x="1657350" y="1671955"/>
            <a:ext cx="904875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>
                <a:solidFill>
                  <a:srgbClr val="4C678E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2025</a:t>
            </a:r>
            <a:r>
              <a:rPr lang="zh-CN" altLang="en-US" sz="4000" dirty="0">
                <a:solidFill>
                  <a:srgbClr val="4C678E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届本科生毕业设计（论文）答辩</a:t>
            </a:r>
            <a:endParaRPr lang="en-US" altLang="zh-CN" sz="4000" dirty="0">
              <a:solidFill>
                <a:srgbClr val="4C678E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19391" y="2487796"/>
            <a:ext cx="3124668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sz="1800" dirty="0">
                <a:solidFill>
                  <a:srgbClr val="4C678E"/>
                </a:solidFill>
                <a:latin typeface="+mn-ea"/>
                <a:ea typeface="+mn-ea"/>
                <a:cs typeface="+mn-ea"/>
                <a:sym typeface="+mn-lt"/>
              </a:rPr>
              <a:t>软件与人工智能学院</a:t>
            </a:r>
            <a:endParaRPr lang="zh-CN" sz="1800" dirty="0">
              <a:solidFill>
                <a:srgbClr val="4C678E"/>
              </a:solidFill>
              <a:latin typeface="+mn-ea"/>
              <a:ea typeface="+mn-ea"/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4C678E"/>
                </a:solidFill>
                <a:latin typeface="+mn-ea"/>
                <a:ea typeface="+mn-ea"/>
                <a:cs typeface="+mn-ea"/>
                <a:sym typeface="+mn-lt"/>
              </a:rPr>
              <a:t>软件工程专业</a:t>
            </a:r>
            <a:endParaRPr lang="zh-CN" altLang="en-US" sz="1800" dirty="0">
              <a:solidFill>
                <a:srgbClr val="4C678E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>
          <a:xfrm rot="5400000">
            <a:off x="2009775" y="-1552575"/>
            <a:ext cx="914400" cy="4933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28303" y="308417"/>
            <a:ext cx="1333500" cy="1333500"/>
          </a:xfrm>
          <a:prstGeom prst="ellipse">
            <a:avLst/>
          </a:prstGeom>
          <a:solidFill>
            <a:srgbClr val="CCE8CF"/>
          </a:solidFill>
          <a:ln w="381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75624" y="571426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4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9701" name="文本框 11"/>
          <p:cNvSpPr txBox="1">
            <a:spLocks noChangeArrowheads="1"/>
          </p:cNvSpPr>
          <p:nvPr/>
        </p:nvSpPr>
        <p:spPr bwMode="auto">
          <a:xfrm>
            <a:off x="1738313" y="588963"/>
            <a:ext cx="2031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答辩内容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9702" name="图片 1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5200650"/>
            <a:ext cx="586581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703" name="组合 49"/>
          <p:cNvGrpSpPr/>
          <p:nvPr/>
        </p:nvGrpSpPr>
        <p:grpSpPr bwMode="auto">
          <a:xfrm>
            <a:off x="378553" y="2293826"/>
            <a:ext cx="1215359" cy="1516345"/>
            <a:chOff x="1267976" y="2101177"/>
            <a:chExt cx="1415772" cy="1853013"/>
          </a:xfrm>
        </p:grpSpPr>
        <p:grpSp>
          <p:nvGrpSpPr>
            <p:cNvPr id="29726" name="组合 34"/>
            <p:cNvGrpSpPr/>
            <p:nvPr/>
          </p:nvGrpSpPr>
          <p:grpSpPr bwMode="auto">
            <a:xfrm>
              <a:off x="1296173" y="2101177"/>
              <a:ext cx="1277267" cy="1278705"/>
              <a:chOff x="1170354" y="2234040"/>
              <a:chExt cx="1606398" cy="1608206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1170354" y="2234040"/>
                <a:ext cx="1606398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1310184" y="2345487"/>
                <a:ext cx="1386890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730" name="KSO_Shape"/>
              <p:cNvSpPr>
                <a:spLocks noChangeArrowheads="1"/>
              </p:cNvSpPr>
              <p:nvPr/>
            </p:nvSpPr>
            <p:spPr bwMode="auto">
              <a:xfrm>
                <a:off x="1480150" y="2597150"/>
                <a:ext cx="909932" cy="881046"/>
              </a:xfrm>
              <a:custGeom>
                <a:avLst/>
                <a:gdLst>
                  <a:gd name="T0" fmla="*/ 8644 w 8965002"/>
                  <a:gd name="T1" fmla="*/ 3777 h 8673857"/>
                  <a:gd name="T2" fmla="*/ 8892 w 8965002"/>
                  <a:gd name="T3" fmla="*/ 3777 h 8673857"/>
                  <a:gd name="T4" fmla="*/ 9300 w 8965002"/>
                  <a:gd name="T5" fmla="*/ 4552 h 8673857"/>
                  <a:gd name="T6" fmla="*/ 7282 w 8965002"/>
                  <a:gd name="T7" fmla="*/ 7598 h 8673857"/>
                  <a:gd name="T8" fmla="*/ 6806 w 8965002"/>
                  <a:gd name="T9" fmla="*/ 7834 h 8673857"/>
                  <a:gd name="T10" fmla="*/ 5621 w 8965002"/>
                  <a:gd name="T11" fmla="*/ 7834 h 8673857"/>
                  <a:gd name="T12" fmla="*/ 5621 w 8965002"/>
                  <a:gd name="T13" fmla="*/ 8794 h 8673857"/>
                  <a:gd name="T14" fmla="*/ 5463 w 8965002"/>
                  <a:gd name="T15" fmla="*/ 9054 h 8673857"/>
                  <a:gd name="T16" fmla="*/ 5318 w 8965002"/>
                  <a:gd name="T17" fmla="*/ 9089 h 8673857"/>
                  <a:gd name="T18" fmla="*/ 5134 w 8965002"/>
                  <a:gd name="T19" fmla="*/ 9034 h 8673857"/>
                  <a:gd name="T20" fmla="*/ 4211 w 8965002"/>
                  <a:gd name="T21" fmla="*/ 8408 h 8673857"/>
                  <a:gd name="T22" fmla="*/ 3308 w 8965002"/>
                  <a:gd name="T23" fmla="*/ 9034 h 8673857"/>
                  <a:gd name="T24" fmla="*/ 2978 w 8965002"/>
                  <a:gd name="T25" fmla="*/ 9054 h 8673857"/>
                  <a:gd name="T26" fmla="*/ 2809 w 8965002"/>
                  <a:gd name="T27" fmla="*/ 8794 h 8673857"/>
                  <a:gd name="T28" fmla="*/ 2809 w 8965002"/>
                  <a:gd name="T29" fmla="*/ 6394 h 8673857"/>
                  <a:gd name="T30" fmla="*/ 3316 w 8965002"/>
                  <a:gd name="T31" fmla="*/ 5378 h 8673857"/>
                  <a:gd name="T32" fmla="*/ 3477 w 8965002"/>
                  <a:gd name="T33" fmla="*/ 5335 h 8673857"/>
                  <a:gd name="T34" fmla="*/ 5950 w 8965002"/>
                  <a:gd name="T35" fmla="*/ 5335 h 8673857"/>
                  <a:gd name="T36" fmla="*/ 5613 w 8965002"/>
                  <a:gd name="T37" fmla="*/ 6582 h 8673857"/>
                  <a:gd name="T38" fmla="*/ 6512 w 8965002"/>
                  <a:gd name="T39" fmla="*/ 6582 h 8673857"/>
                  <a:gd name="T40" fmla="*/ 8644 w 8965002"/>
                  <a:gd name="T41" fmla="*/ 3777 h 8673857"/>
                  <a:gd name="T42" fmla="*/ 6389 w 8965002"/>
                  <a:gd name="T43" fmla="*/ 0 h 8673857"/>
                  <a:gd name="T44" fmla="*/ 8573 w 8965002"/>
                  <a:gd name="T45" fmla="*/ 144 h 8673857"/>
                  <a:gd name="T46" fmla="*/ 8969 w 8965002"/>
                  <a:gd name="T47" fmla="*/ 927 h 8673857"/>
                  <a:gd name="T48" fmla="*/ 6492 w 8965002"/>
                  <a:gd name="T49" fmla="*/ 4165 h 8673857"/>
                  <a:gd name="T50" fmla="*/ 6044 w 8965002"/>
                  <a:gd name="T51" fmla="*/ 4378 h 8673857"/>
                  <a:gd name="T52" fmla="*/ 2310 w 8965002"/>
                  <a:gd name="T53" fmla="*/ 4378 h 8673857"/>
                  <a:gd name="T54" fmla="*/ 1203 w 8965002"/>
                  <a:gd name="T55" fmla="*/ 5739 h 8673857"/>
                  <a:gd name="T56" fmla="*/ 1882 w 8965002"/>
                  <a:gd name="T57" fmla="*/ 6522 h 8673857"/>
                  <a:gd name="T58" fmla="*/ 2180 w 8965002"/>
                  <a:gd name="T59" fmla="*/ 6581 h 8673857"/>
                  <a:gd name="T60" fmla="*/ 2180 w 8965002"/>
                  <a:gd name="T61" fmla="*/ 7833 h 8673857"/>
                  <a:gd name="T62" fmla="*/ 56 w 8965002"/>
                  <a:gd name="T63" fmla="*/ 5995 h 8673857"/>
                  <a:gd name="T64" fmla="*/ 68 w 8965002"/>
                  <a:gd name="T65" fmla="*/ 4956 h 8673857"/>
                  <a:gd name="T66" fmla="*/ 2840 w 8965002"/>
                  <a:gd name="T67" fmla="*/ 703 h 8673857"/>
                  <a:gd name="T68" fmla="*/ 3676 w 8965002"/>
                  <a:gd name="T69" fmla="*/ 239 h 8673857"/>
                  <a:gd name="T70" fmla="*/ 6389 w 8965002"/>
                  <a:gd name="T71" fmla="*/ 0 h 867385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8965002" h="8673857">
                    <a:moveTo>
                      <a:pt x="8267042" y="3603669"/>
                    </a:moveTo>
                    <a:cubicBezTo>
                      <a:pt x="8267042" y="3603669"/>
                      <a:pt x="8267042" y="3603669"/>
                      <a:pt x="8503636" y="3603669"/>
                    </a:cubicBezTo>
                    <a:cubicBezTo>
                      <a:pt x="8770275" y="3603669"/>
                      <a:pt x="9115779" y="3885289"/>
                      <a:pt x="8894206" y="4343392"/>
                    </a:cubicBezTo>
                    <a:cubicBezTo>
                      <a:pt x="8894206" y="4343392"/>
                      <a:pt x="8894206" y="4343392"/>
                      <a:pt x="6963891" y="7249712"/>
                    </a:cubicBezTo>
                    <a:cubicBezTo>
                      <a:pt x="6817428" y="7463743"/>
                      <a:pt x="6610877" y="7475008"/>
                      <a:pt x="6509479" y="7475008"/>
                    </a:cubicBezTo>
                    <a:cubicBezTo>
                      <a:pt x="6509479" y="7475008"/>
                      <a:pt x="6509479" y="7475008"/>
                      <a:pt x="5375325" y="7475008"/>
                    </a:cubicBezTo>
                    <a:cubicBezTo>
                      <a:pt x="5375325" y="7475008"/>
                      <a:pt x="5375325" y="7475008"/>
                      <a:pt x="5375325" y="8391212"/>
                    </a:cubicBezTo>
                    <a:cubicBezTo>
                      <a:pt x="5375325" y="8503860"/>
                      <a:pt x="5326504" y="8586469"/>
                      <a:pt x="5225106" y="8639038"/>
                    </a:cubicBezTo>
                    <a:cubicBezTo>
                      <a:pt x="5180040" y="8661567"/>
                      <a:pt x="5131219" y="8672833"/>
                      <a:pt x="5086153" y="8672833"/>
                    </a:cubicBezTo>
                    <a:cubicBezTo>
                      <a:pt x="5026066" y="8672833"/>
                      <a:pt x="4962223" y="8654057"/>
                      <a:pt x="4909646" y="8620263"/>
                    </a:cubicBezTo>
                    <a:cubicBezTo>
                      <a:pt x="4909646" y="8620263"/>
                      <a:pt x="4909646" y="8620263"/>
                      <a:pt x="4027109" y="8023229"/>
                    </a:cubicBezTo>
                    <a:cubicBezTo>
                      <a:pt x="4027109" y="8023229"/>
                      <a:pt x="4027109" y="8023229"/>
                      <a:pt x="3163349" y="8620263"/>
                    </a:cubicBezTo>
                    <a:cubicBezTo>
                      <a:pt x="3069463" y="8684097"/>
                      <a:pt x="2949287" y="8691607"/>
                      <a:pt x="2847889" y="8639038"/>
                    </a:cubicBezTo>
                    <a:cubicBezTo>
                      <a:pt x="2750247" y="8586469"/>
                      <a:pt x="2686404" y="8503860"/>
                      <a:pt x="2686404" y="8391212"/>
                    </a:cubicBezTo>
                    <a:cubicBezTo>
                      <a:pt x="2686404" y="8391212"/>
                      <a:pt x="2686404" y="8391212"/>
                      <a:pt x="2686404" y="6100701"/>
                    </a:cubicBezTo>
                    <a:cubicBezTo>
                      <a:pt x="2686404" y="5559991"/>
                      <a:pt x="2990598" y="5237066"/>
                      <a:pt x="3170860" y="5131928"/>
                    </a:cubicBezTo>
                    <a:cubicBezTo>
                      <a:pt x="3215926" y="5105644"/>
                      <a:pt x="3268503" y="5090624"/>
                      <a:pt x="3324835" y="5090624"/>
                    </a:cubicBezTo>
                    <a:cubicBezTo>
                      <a:pt x="3324835" y="5090624"/>
                      <a:pt x="3324835" y="5090624"/>
                      <a:pt x="5690785" y="5090624"/>
                    </a:cubicBezTo>
                    <a:cubicBezTo>
                      <a:pt x="5371570" y="5406038"/>
                      <a:pt x="5367814" y="5980543"/>
                      <a:pt x="5367814" y="6280938"/>
                    </a:cubicBezTo>
                    <a:cubicBezTo>
                      <a:pt x="5367814" y="6280938"/>
                      <a:pt x="5367814" y="6280938"/>
                      <a:pt x="6227818" y="6280938"/>
                    </a:cubicBezTo>
                    <a:cubicBezTo>
                      <a:pt x="6227818" y="6280938"/>
                      <a:pt x="6227818" y="6280938"/>
                      <a:pt x="8267042" y="3603669"/>
                    </a:cubicBezTo>
                    <a:close/>
                    <a:moveTo>
                      <a:pt x="6109875" y="128"/>
                    </a:moveTo>
                    <a:cubicBezTo>
                      <a:pt x="6829153" y="-2490"/>
                      <a:pt x="7579192" y="34821"/>
                      <a:pt x="8198796" y="137601"/>
                    </a:cubicBezTo>
                    <a:cubicBezTo>
                      <a:pt x="8705745" y="220201"/>
                      <a:pt x="8739542" y="678257"/>
                      <a:pt x="8578069" y="884757"/>
                    </a:cubicBezTo>
                    <a:cubicBezTo>
                      <a:pt x="8578069" y="884757"/>
                      <a:pt x="6234838" y="3955980"/>
                      <a:pt x="6208552" y="3974753"/>
                    </a:cubicBezTo>
                    <a:cubicBezTo>
                      <a:pt x="6107162" y="4098653"/>
                      <a:pt x="5953199" y="4177498"/>
                      <a:pt x="5780461" y="4177498"/>
                    </a:cubicBezTo>
                    <a:cubicBezTo>
                      <a:pt x="5780461" y="4177498"/>
                      <a:pt x="5780461" y="4177498"/>
                      <a:pt x="2209285" y="4177498"/>
                    </a:cubicBezTo>
                    <a:cubicBezTo>
                      <a:pt x="1818747" y="4177498"/>
                      <a:pt x="970076" y="4545444"/>
                      <a:pt x="1150325" y="5476573"/>
                    </a:cubicBezTo>
                    <a:cubicBezTo>
                      <a:pt x="1217918" y="5825746"/>
                      <a:pt x="1465760" y="6103583"/>
                      <a:pt x="1799971" y="6223729"/>
                    </a:cubicBezTo>
                    <a:cubicBezTo>
                      <a:pt x="1875075" y="6253765"/>
                      <a:pt x="2002751" y="6268783"/>
                      <a:pt x="2085365" y="6280047"/>
                    </a:cubicBezTo>
                    <a:cubicBezTo>
                      <a:pt x="2085365" y="6280047"/>
                      <a:pt x="2085365" y="6280047"/>
                      <a:pt x="2085365" y="7473994"/>
                    </a:cubicBezTo>
                    <a:cubicBezTo>
                      <a:pt x="1582171" y="7440203"/>
                      <a:pt x="335451" y="7004675"/>
                      <a:pt x="53813" y="5720619"/>
                    </a:cubicBezTo>
                    <a:cubicBezTo>
                      <a:pt x="-25046" y="5397728"/>
                      <a:pt x="-13780" y="5056063"/>
                      <a:pt x="65078" y="4729417"/>
                    </a:cubicBezTo>
                    <a:cubicBezTo>
                      <a:pt x="282879" y="3283915"/>
                      <a:pt x="2351982" y="944830"/>
                      <a:pt x="2716235" y="670748"/>
                    </a:cubicBezTo>
                    <a:cubicBezTo>
                      <a:pt x="2960321" y="471756"/>
                      <a:pt x="3234449" y="310311"/>
                      <a:pt x="3516088" y="227711"/>
                    </a:cubicBezTo>
                    <a:cubicBezTo>
                      <a:pt x="3797726" y="119767"/>
                      <a:pt x="4911078" y="4491"/>
                      <a:pt x="6109875" y="128"/>
                    </a:cubicBez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727" name="文本框 39"/>
            <p:cNvSpPr txBox="1">
              <a:spLocks noChangeArrowheads="1"/>
            </p:cNvSpPr>
            <p:nvPr/>
          </p:nvSpPr>
          <p:spPr bwMode="auto">
            <a:xfrm>
              <a:off x="1267976" y="3492524"/>
              <a:ext cx="1415772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第一部分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704" name="组合 50"/>
          <p:cNvGrpSpPr/>
          <p:nvPr/>
        </p:nvGrpSpPr>
        <p:grpSpPr bwMode="auto">
          <a:xfrm>
            <a:off x="2222175" y="2298418"/>
            <a:ext cx="1203744" cy="1516343"/>
            <a:chOff x="3274697" y="2101178"/>
            <a:chExt cx="1415772" cy="1853011"/>
          </a:xfrm>
        </p:grpSpPr>
        <p:grpSp>
          <p:nvGrpSpPr>
            <p:cNvPr id="29721" name="组合 35"/>
            <p:cNvGrpSpPr/>
            <p:nvPr/>
          </p:nvGrpSpPr>
          <p:grpSpPr bwMode="auto">
            <a:xfrm>
              <a:off x="3343606" y="2101178"/>
              <a:ext cx="1277954" cy="1277954"/>
              <a:chOff x="3209823" y="2234042"/>
              <a:chExt cx="1607262" cy="1607262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3209089" y="2234042"/>
                <a:ext cx="1608730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3319003" y="2343782"/>
                <a:ext cx="1388902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KSO_Shape"/>
              <p:cNvSpPr/>
              <p:nvPr/>
            </p:nvSpPr>
            <p:spPr bwMode="auto">
              <a:xfrm>
                <a:off x="3550820" y="2597185"/>
                <a:ext cx="925268" cy="881919"/>
              </a:xfrm>
              <a:custGeom>
                <a:avLst/>
                <a:gdLst>
                  <a:gd name="T0" fmla="*/ 2147483646 w 5871"/>
                  <a:gd name="T1" fmla="*/ 2147483646 h 5585"/>
                  <a:gd name="T2" fmla="*/ 2147483646 w 5871"/>
                  <a:gd name="T3" fmla="*/ 2147483646 h 5585"/>
                  <a:gd name="T4" fmla="*/ 2147483646 w 5871"/>
                  <a:gd name="T5" fmla="*/ 2147483646 h 5585"/>
                  <a:gd name="T6" fmla="*/ 2147483646 w 5871"/>
                  <a:gd name="T7" fmla="*/ 2147483646 h 5585"/>
                  <a:gd name="T8" fmla="*/ 2147483646 w 5871"/>
                  <a:gd name="T9" fmla="*/ 2147483646 h 5585"/>
                  <a:gd name="T10" fmla="*/ 2147483646 w 5871"/>
                  <a:gd name="T11" fmla="*/ 2147483646 h 5585"/>
                  <a:gd name="T12" fmla="*/ 2147483646 w 5871"/>
                  <a:gd name="T13" fmla="*/ 2147483646 h 5585"/>
                  <a:gd name="T14" fmla="*/ 2147483646 w 5871"/>
                  <a:gd name="T15" fmla="*/ 2147483646 h 5585"/>
                  <a:gd name="T16" fmla="*/ 2147483646 w 5871"/>
                  <a:gd name="T17" fmla="*/ 2147483646 h 5585"/>
                  <a:gd name="T18" fmla="*/ 2147483646 w 5871"/>
                  <a:gd name="T19" fmla="*/ 2147483646 h 5585"/>
                  <a:gd name="T20" fmla="*/ 2147483646 w 5871"/>
                  <a:gd name="T21" fmla="*/ 2147483646 h 5585"/>
                  <a:gd name="T22" fmla="*/ 2147483646 w 5871"/>
                  <a:gd name="T23" fmla="*/ 2147483646 h 5585"/>
                  <a:gd name="T24" fmla="*/ 2147483646 w 5871"/>
                  <a:gd name="T25" fmla="*/ 2147483646 h 5585"/>
                  <a:gd name="T26" fmla="*/ 2147483646 w 5871"/>
                  <a:gd name="T27" fmla="*/ 2147483646 h 5585"/>
                  <a:gd name="T28" fmla="*/ 2147483646 w 5871"/>
                  <a:gd name="T29" fmla="*/ 2147483646 h 5585"/>
                  <a:gd name="T30" fmla="*/ 2147483646 w 5871"/>
                  <a:gd name="T31" fmla="*/ 2147483646 h 5585"/>
                  <a:gd name="T32" fmla="*/ 2147483646 w 5871"/>
                  <a:gd name="T33" fmla="*/ 2147483646 h 5585"/>
                  <a:gd name="T34" fmla="*/ 2147483646 w 5871"/>
                  <a:gd name="T35" fmla="*/ 2147483646 h 5585"/>
                  <a:gd name="T36" fmla="*/ 2147483646 w 5871"/>
                  <a:gd name="T37" fmla="*/ 2147483646 h 5585"/>
                  <a:gd name="T38" fmla="*/ 2147483646 w 5871"/>
                  <a:gd name="T39" fmla="*/ 2147483646 h 5585"/>
                  <a:gd name="T40" fmla="*/ 2147483646 w 5871"/>
                  <a:gd name="T41" fmla="*/ 2147483646 h 5585"/>
                  <a:gd name="T42" fmla="*/ 2147483646 w 5871"/>
                  <a:gd name="T43" fmla="*/ 2147483646 h 5585"/>
                  <a:gd name="T44" fmla="*/ 2147483646 w 5871"/>
                  <a:gd name="T45" fmla="*/ 2147483646 h 5585"/>
                  <a:gd name="T46" fmla="*/ 2147483646 w 5871"/>
                  <a:gd name="T47" fmla="*/ 2147483646 h 5585"/>
                  <a:gd name="T48" fmla="*/ 2147483646 w 5871"/>
                  <a:gd name="T49" fmla="*/ 2147483646 h 5585"/>
                  <a:gd name="T50" fmla="*/ 2147483646 w 5871"/>
                  <a:gd name="T51" fmla="*/ 2147483646 h 5585"/>
                  <a:gd name="T52" fmla="*/ 2147483646 w 5871"/>
                  <a:gd name="T53" fmla="*/ 2147483646 h 5585"/>
                  <a:gd name="T54" fmla="*/ 2147483646 w 5871"/>
                  <a:gd name="T55" fmla="*/ 2147483646 h 5585"/>
                  <a:gd name="T56" fmla="*/ 2147483646 w 5871"/>
                  <a:gd name="T57" fmla="*/ 2147483646 h 5585"/>
                  <a:gd name="T58" fmla="*/ 2147483646 w 5871"/>
                  <a:gd name="T59" fmla="*/ 2147483646 h 5585"/>
                  <a:gd name="T60" fmla="*/ 2147483646 w 5871"/>
                  <a:gd name="T61" fmla="*/ 2147483646 h 5585"/>
                  <a:gd name="T62" fmla="*/ 2147483646 w 5871"/>
                  <a:gd name="T63" fmla="*/ 2147483646 h 5585"/>
                  <a:gd name="T64" fmla="*/ 2147483646 w 5871"/>
                  <a:gd name="T65" fmla="*/ 2147483646 h 5585"/>
                  <a:gd name="T66" fmla="*/ 2147483646 w 5871"/>
                  <a:gd name="T67" fmla="*/ 2147483646 h 5585"/>
                  <a:gd name="T68" fmla="*/ 2147483646 w 5871"/>
                  <a:gd name="T69" fmla="*/ 2147483646 h 5585"/>
                  <a:gd name="T70" fmla="*/ 2147483646 w 5871"/>
                  <a:gd name="T71" fmla="*/ 2147483646 h 5585"/>
                  <a:gd name="T72" fmla="*/ 2147483646 w 5871"/>
                  <a:gd name="T73" fmla="*/ 2147483646 h 5585"/>
                  <a:gd name="T74" fmla="*/ 2147483646 w 5871"/>
                  <a:gd name="T75" fmla="*/ 2147483646 h 5585"/>
                  <a:gd name="T76" fmla="*/ 2147483646 w 5871"/>
                  <a:gd name="T77" fmla="*/ 2147483646 h 5585"/>
                  <a:gd name="T78" fmla="*/ 2147483646 w 5871"/>
                  <a:gd name="T79" fmla="*/ 2147483646 h 5585"/>
                  <a:gd name="T80" fmla="*/ 2147483646 w 5871"/>
                  <a:gd name="T81" fmla="*/ 2147483646 h 5585"/>
                  <a:gd name="T82" fmla="*/ 2147483646 w 5871"/>
                  <a:gd name="T83" fmla="*/ 2147483646 h 5585"/>
                  <a:gd name="T84" fmla="*/ 2147483646 w 5871"/>
                  <a:gd name="T85" fmla="*/ 2147483646 h 5585"/>
                  <a:gd name="T86" fmla="*/ 2147483646 w 5871"/>
                  <a:gd name="T87" fmla="*/ 2147483646 h 5585"/>
                  <a:gd name="T88" fmla="*/ 2147483646 w 5871"/>
                  <a:gd name="T89" fmla="*/ 2147483646 h 5585"/>
                  <a:gd name="T90" fmla="*/ 2147483646 w 5871"/>
                  <a:gd name="T91" fmla="*/ 2147483646 h 5585"/>
                  <a:gd name="T92" fmla="*/ 2147483646 w 5871"/>
                  <a:gd name="T93" fmla="*/ 2147483646 h 5585"/>
                  <a:gd name="T94" fmla="*/ 2147483646 w 5871"/>
                  <a:gd name="T95" fmla="*/ 2147483646 h 5585"/>
                  <a:gd name="T96" fmla="*/ 2147483646 w 5871"/>
                  <a:gd name="T97" fmla="*/ 2147483646 h 5585"/>
                  <a:gd name="T98" fmla="*/ 2147483646 w 5871"/>
                  <a:gd name="T99" fmla="*/ 2147483646 h 5585"/>
                  <a:gd name="T100" fmla="*/ 2147483646 w 5871"/>
                  <a:gd name="T101" fmla="*/ 2147483646 h 5585"/>
                  <a:gd name="T102" fmla="*/ 2147483646 w 5871"/>
                  <a:gd name="T103" fmla="*/ 2147483646 h 5585"/>
                  <a:gd name="T104" fmla="*/ 0 w 5871"/>
                  <a:gd name="T105" fmla="*/ 2147483646 h 5585"/>
                  <a:gd name="T106" fmla="*/ 2147483646 w 5871"/>
                  <a:gd name="T107" fmla="*/ 0 h 5585"/>
                  <a:gd name="T108" fmla="*/ 2147483646 w 5871"/>
                  <a:gd name="T109" fmla="*/ 2147483646 h 5585"/>
                  <a:gd name="T110" fmla="*/ 2147483646 w 5871"/>
                  <a:gd name="T111" fmla="*/ 2147483646 h 5585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5871" h="5585">
                    <a:moveTo>
                      <a:pt x="774" y="374"/>
                    </a:moveTo>
                    <a:lnTo>
                      <a:pt x="774" y="1910"/>
                    </a:lnTo>
                    <a:lnTo>
                      <a:pt x="5107" y="1910"/>
                    </a:lnTo>
                    <a:lnTo>
                      <a:pt x="5107" y="374"/>
                    </a:lnTo>
                    <a:lnTo>
                      <a:pt x="774" y="374"/>
                    </a:lnTo>
                    <a:close/>
                    <a:moveTo>
                      <a:pt x="1597" y="3265"/>
                    </a:moveTo>
                    <a:lnTo>
                      <a:pt x="1597" y="3265"/>
                    </a:lnTo>
                    <a:lnTo>
                      <a:pt x="1591" y="3265"/>
                    </a:lnTo>
                    <a:lnTo>
                      <a:pt x="1587" y="3265"/>
                    </a:lnTo>
                    <a:lnTo>
                      <a:pt x="1586" y="3265"/>
                    </a:lnTo>
                    <a:lnTo>
                      <a:pt x="1581" y="3265"/>
                    </a:lnTo>
                    <a:lnTo>
                      <a:pt x="1576" y="3265"/>
                    </a:lnTo>
                    <a:lnTo>
                      <a:pt x="1571" y="3265"/>
                    </a:lnTo>
                    <a:lnTo>
                      <a:pt x="1570" y="3265"/>
                    </a:lnTo>
                    <a:lnTo>
                      <a:pt x="1566" y="3265"/>
                    </a:lnTo>
                    <a:lnTo>
                      <a:pt x="1560" y="3265"/>
                    </a:lnTo>
                    <a:lnTo>
                      <a:pt x="1555" y="3265"/>
                    </a:lnTo>
                    <a:lnTo>
                      <a:pt x="1550" y="3265"/>
                    </a:lnTo>
                    <a:lnTo>
                      <a:pt x="1545" y="3265"/>
                    </a:lnTo>
                    <a:lnTo>
                      <a:pt x="1540" y="3265"/>
                    </a:lnTo>
                    <a:lnTo>
                      <a:pt x="1539" y="3265"/>
                    </a:lnTo>
                    <a:lnTo>
                      <a:pt x="1535" y="3265"/>
                    </a:lnTo>
                    <a:lnTo>
                      <a:pt x="1529" y="3265"/>
                    </a:lnTo>
                    <a:lnTo>
                      <a:pt x="1525" y="3265"/>
                    </a:lnTo>
                    <a:lnTo>
                      <a:pt x="1524" y="3265"/>
                    </a:lnTo>
                    <a:lnTo>
                      <a:pt x="1519" y="3265"/>
                    </a:lnTo>
                    <a:lnTo>
                      <a:pt x="1514" y="3265"/>
                    </a:lnTo>
                    <a:lnTo>
                      <a:pt x="1509" y="3265"/>
                    </a:lnTo>
                    <a:lnTo>
                      <a:pt x="1508" y="3265"/>
                    </a:lnTo>
                    <a:lnTo>
                      <a:pt x="1504" y="3265"/>
                    </a:lnTo>
                    <a:lnTo>
                      <a:pt x="1498" y="3265"/>
                    </a:lnTo>
                    <a:lnTo>
                      <a:pt x="1494" y="3265"/>
                    </a:lnTo>
                    <a:lnTo>
                      <a:pt x="1493" y="3265"/>
                    </a:lnTo>
                    <a:lnTo>
                      <a:pt x="1488" y="3265"/>
                    </a:lnTo>
                    <a:lnTo>
                      <a:pt x="1483" y="3265"/>
                    </a:lnTo>
                    <a:lnTo>
                      <a:pt x="1478" y="3265"/>
                    </a:lnTo>
                    <a:lnTo>
                      <a:pt x="1477" y="3265"/>
                    </a:lnTo>
                    <a:lnTo>
                      <a:pt x="1473" y="3265"/>
                    </a:lnTo>
                    <a:lnTo>
                      <a:pt x="1467" y="3265"/>
                    </a:lnTo>
                    <a:lnTo>
                      <a:pt x="1463" y="3265"/>
                    </a:lnTo>
                    <a:lnTo>
                      <a:pt x="1462" y="3265"/>
                    </a:lnTo>
                    <a:lnTo>
                      <a:pt x="1457" y="3265"/>
                    </a:lnTo>
                    <a:lnTo>
                      <a:pt x="1452" y="3265"/>
                    </a:lnTo>
                    <a:lnTo>
                      <a:pt x="1446" y="3265"/>
                    </a:lnTo>
                    <a:lnTo>
                      <a:pt x="1442" y="3265"/>
                    </a:lnTo>
                    <a:lnTo>
                      <a:pt x="1266" y="3265"/>
                    </a:lnTo>
                    <a:lnTo>
                      <a:pt x="1345" y="3830"/>
                    </a:lnTo>
                    <a:lnTo>
                      <a:pt x="1294" y="3911"/>
                    </a:lnTo>
                    <a:lnTo>
                      <a:pt x="1345" y="3977"/>
                    </a:lnTo>
                    <a:lnTo>
                      <a:pt x="1117" y="4116"/>
                    </a:lnTo>
                    <a:lnTo>
                      <a:pt x="1112" y="4144"/>
                    </a:lnTo>
                    <a:lnTo>
                      <a:pt x="1106" y="4173"/>
                    </a:lnTo>
                    <a:lnTo>
                      <a:pt x="1103" y="4201"/>
                    </a:lnTo>
                    <a:lnTo>
                      <a:pt x="1099" y="4228"/>
                    </a:lnTo>
                    <a:lnTo>
                      <a:pt x="1097" y="4255"/>
                    </a:lnTo>
                    <a:lnTo>
                      <a:pt x="1096" y="4281"/>
                    </a:lnTo>
                    <a:lnTo>
                      <a:pt x="1096" y="4308"/>
                    </a:lnTo>
                    <a:lnTo>
                      <a:pt x="1096" y="4333"/>
                    </a:lnTo>
                    <a:lnTo>
                      <a:pt x="1097" y="4359"/>
                    </a:lnTo>
                    <a:lnTo>
                      <a:pt x="1098" y="4383"/>
                    </a:lnTo>
                    <a:lnTo>
                      <a:pt x="1100" y="4407"/>
                    </a:lnTo>
                    <a:lnTo>
                      <a:pt x="1104" y="4432"/>
                    </a:lnTo>
                    <a:lnTo>
                      <a:pt x="1112" y="4478"/>
                    </a:lnTo>
                    <a:lnTo>
                      <a:pt x="1121" y="4523"/>
                    </a:lnTo>
                    <a:lnTo>
                      <a:pt x="1133" y="4568"/>
                    </a:lnTo>
                    <a:lnTo>
                      <a:pt x="1147" y="4611"/>
                    </a:lnTo>
                    <a:lnTo>
                      <a:pt x="1162" y="4653"/>
                    </a:lnTo>
                    <a:lnTo>
                      <a:pt x="1179" y="4694"/>
                    </a:lnTo>
                    <a:lnTo>
                      <a:pt x="1198" y="4733"/>
                    </a:lnTo>
                    <a:lnTo>
                      <a:pt x="1218" y="4772"/>
                    </a:lnTo>
                    <a:lnTo>
                      <a:pt x="1238" y="4812"/>
                    </a:lnTo>
                    <a:lnTo>
                      <a:pt x="1259" y="4849"/>
                    </a:lnTo>
                    <a:lnTo>
                      <a:pt x="774" y="4849"/>
                    </a:lnTo>
                    <a:lnTo>
                      <a:pt x="774" y="2135"/>
                    </a:lnTo>
                    <a:lnTo>
                      <a:pt x="2185" y="2135"/>
                    </a:lnTo>
                    <a:lnTo>
                      <a:pt x="2185" y="4849"/>
                    </a:lnTo>
                    <a:lnTo>
                      <a:pt x="1780" y="4849"/>
                    </a:lnTo>
                    <a:lnTo>
                      <a:pt x="1801" y="4812"/>
                    </a:lnTo>
                    <a:lnTo>
                      <a:pt x="1821" y="4772"/>
                    </a:lnTo>
                    <a:lnTo>
                      <a:pt x="1841" y="4733"/>
                    </a:lnTo>
                    <a:lnTo>
                      <a:pt x="1859" y="4694"/>
                    </a:lnTo>
                    <a:lnTo>
                      <a:pt x="1876" y="4653"/>
                    </a:lnTo>
                    <a:lnTo>
                      <a:pt x="1892" y="4611"/>
                    </a:lnTo>
                    <a:lnTo>
                      <a:pt x="1905" y="4568"/>
                    </a:lnTo>
                    <a:lnTo>
                      <a:pt x="1917" y="4523"/>
                    </a:lnTo>
                    <a:lnTo>
                      <a:pt x="1927" y="4478"/>
                    </a:lnTo>
                    <a:lnTo>
                      <a:pt x="1935" y="4432"/>
                    </a:lnTo>
                    <a:lnTo>
                      <a:pt x="1938" y="4407"/>
                    </a:lnTo>
                    <a:lnTo>
                      <a:pt x="1941" y="4383"/>
                    </a:lnTo>
                    <a:lnTo>
                      <a:pt x="1942" y="4359"/>
                    </a:lnTo>
                    <a:lnTo>
                      <a:pt x="1943" y="4333"/>
                    </a:lnTo>
                    <a:lnTo>
                      <a:pt x="1943" y="4308"/>
                    </a:lnTo>
                    <a:lnTo>
                      <a:pt x="1942" y="4281"/>
                    </a:lnTo>
                    <a:lnTo>
                      <a:pt x="1941" y="4255"/>
                    </a:lnTo>
                    <a:lnTo>
                      <a:pt x="1938" y="4228"/>
                    </a:lnTo>
                    <a:lnTo>
                      <a:pt x="1936" y="4201"/>
                    </a:lnTo>
                    <a:lnTo>
                      <a:pt x="1932" y="4173"/>
                    </a:lnTo>
                    <a:lnTo>
                      <a:pt x="1927" y="4144"/>
                    </a:lnTo>
                    <a:lnTo>
                      <a:pt x="1922" y="4116"/>
                    </a:lnTo>
                    <a:lnTo>
                      <a:pt x="1694" y="3977"/>
                    </a:lnTo>
                    <a:lnTo>
                      <a:pt x="1745" y="3911"/>
                    </a:lnTo>
                    <a:lnTo>
                      <a:pt x="1694" y="3830"/>
                    </a:lnTo>
                    <a:lnTo>
                      <a:pt x="1771" y="3265"/>
                    </a:lnTo>
                    <a:lnTo>
                      <a:pt x="1597" y="3265"/>
                    </a:lnTo>
                    <a:close/>
                    <a:moveTo>
                      <a:pt x="4819" y="863"/>
                    </a:moveTo>
                    <a:lnTo>
                      <a:pt x="4819" y="1057"/>
                    </a:lnTo>
                    <a:lnTo>
                      <a:pt x="3585" y="1057"/>
                    </a:lnTo>
                    <a:lnTo>
                      <a:pt x="3585" y="863"/>
                    </a:lnTo>
                    <a:lnTo>
                      <a:pt x="4819" y="863"/>
                    </a:lnTo>
                    <a:close/>
                    <a:moveTo>
                      <a:pt x="5002" y="1108"/>
                    </a:moveTo>
                    <a:lnTo>
                      <a:pt x="5002" y="1379"/>
                    </a:lnTo>
                    <a:lnTo>
                      <a:pt x="3769" y="1379"/>
                    </a:lnTo>
                    <a:lnTo>
                      <a:pt x="3769" y="1108"/>
                    </a:lnTo>
                    <a:lnTo>
                      <a:pt x="5002" y="1108"/>
                    </a:lnTo>
                    <a:close/>
                    <a:moveTo>
                      <a:pt x="4891" y="1429"/>
                    </a:moveTo>
                    <a:lnTo>
                      <a:pt x="4891" y="1623"/>
                    </a:lnTo>
                    <a:lnTo>
                      <a:pt x="3657" y="1623"/>
                    </a:lnTo>
                    <a:lnTo>
                      <a:pt x="3657" y="1429"/>
                    </a:lnTo>
                    <a:lnTo>
                      <a:pt x="4891" y="1429"/>
                    </a:lnTo>
                    <a:close/>
                    <a:moveTo>
                      <a:pt x="4977" y="1659"/>
                    </a:moveTo>
                    <a:lnTo>
                      <a:pt x="4977" y="1853"/>
                    </a:lnTo>
                    <a:lnTo>
                      <a:pt x="3743" y="1853"/>
                    </a:lnTo>
                    <a:lnTo>
                      <a:pt x="3743" y="1659"/>
                    </a:lnTo>
                    <a:lnTo>
                      <a:pt x="4977" y="1659"/>
                    </a:lnTo>
                    <a:close/>
                    <a:moveTo>
                      <a:pt x="1643" y="596"/>
                    </a:moveTo>
                    <a:lnTo>
                      <a:pt x="1833" y="561"/>
                    </a:lnTo>
                    <a:lnTo>
                      <a:pt x="2061" y="1773"/>
                    </a:lnTo>
                    <a:lnTo>
                      <a:pt x="1871" y="1809"/>
                    </a:lnTo>
                    <a:lnTo>
                      <a:pt x="1643" y="596"/>
                    </a:lnTo>
                    <a:close/>
                    <a:moveTo>
                      <a:pt x="1388" y="596"/>
                    </a:moveTo>
                    <a:lnTo>
                      <a:pt x="1579" y="561"/>
                    </a:lnTo>
                    <a:lnTo>
                      <a:pt x="1807" y="1773"/>
                    </a:lnTo>
                    <a:lnTo>
                      <a:pt x="1616" y="1809"/>
                    </a:lnTo>
                    <a:lnTo>
                      <a:pt x="1388" y="596"/>
                    </a:lnTo>
                    <a:close/>
                    <a:moveTo>
                      <a:pt x="1134" y="596"/>
                    </a:moveTo>
                    <a:lnTo>
                      <a:pt x="1324" y="561"/>
                    </a:lnTo>
                    <a:lnTo>
                      <a:pt x="1551" y="1773"/>
                    </a:lnTo>
                    <a:lnTo>
                      <a:pt x="1361" y="1809"/>
                    </a:lnTo>
                    <a:lnTo>
                      <a:pt x="1134" y="596"/>
                    </a:lnTo>
                    <a:close/>
                    <a:moveTo>
                      <a:pt x="884" y="568"/>
                    </a:moveTo>
                    <a:lnTo>
                      <a:pt x="1077" y="568"/>
                    </a:lnTo>
                    <a:lnTo>
                      <a:pt x="1077" y="1802"/>
                    </a:lnTo>
                    <a:lnTo>
                      <a:pt x="884" y="1802"/>
                    </a:lnTo>
                    <a:lnTo>
                      <a:pt x="884" y="568"/>
                    </a:lnTo>
                    <a:close/>
                    <a:moveTo>
                      <a:pt x="3540" y="2418"/>
                    </a:moveTo>
                    <a:lnTo>
                      <a:pt x="3807" y="2354"/>
                    </a:lnTo>
                    <a:lnTo>
                      <a:pt x="4033" y="3306"/>
                    </a:lnTo>
                    <a:lnTo>
                      <a:pt x="3765" y="3369"/>
                    </a:lnTo>
                    <a:lnTo>
                      <a:pt x="3540" y="2418"/>
                    </a:lnTo>
                    <a:close/>
                    <a:moveTo>
                      <a:pt x="3622" y="2531"/>
                    </a:moveTo>
                    <a:lnTo>
                      <a:pt x="3639" y="2606"/>
                    </a:lnTo>
                    <a:lnTo>
                      <a:pt x="3791" y="2570"/>
                    </a:lnTo>
                    <a:lnTo>
                      <a:pt x="3773" y="2496"/>
                    </a:lnTo>
                    <a:lnTo>
                      <a:pt x="3622" y="2531"/>
                    </a:lnTo>
                    <a:close/>
                    <a:moveTo>
                      <a:pt x="3739" y="3028"/>
                    </a:moveTo>
                    <a:lnTo>
                      <a:pt x="3776" y="3184"/>
                    </a:lnTo>
                    <a:lnTo>
                      <a:pt x="3928" y="3148"/>
                    </a:lnTo>
                    <a:lnTo>
                      <a:pt x="3890" y="2991"/>
                    </a:lnTo>
                    <a:lnTo>
                      <a:pt x="3739" y="3028"/>
                    </a:lnTo>
                    <a:close/>
                    <a:moveTo>
                      <a:pt x="3193" y="2418"/>
                    </a:moveTo>
                    <a:lnTo>
                      <a:pt x="3418" y="3369"/>
                    </a:lnTo>
                    <a:lnTo>
                      <a:pt x="3687" y="3306"/>
                    </a:lnTo>
                    <a:lnTo>
                      <a:pt x="3461" y="2354"/>
                    </a:lnTo>
                    <a:lnTo>
                      <a:pt x="3193" y="2418"/>
                    </a:lnTo>
                    <a:close/>
                    <a:moveTo>
                      <a:pt x="3276" y="2531"/>
                    </a:moveTo>
                    <a:lnTo>
                      <a:pt x="3426" y="2496"/>
                    </a:lnTo>
                    <a:lnTo>
                      <a:pt x="3444" y="2570"/>
                    </a:lnTo>
                    <a:lnTo>
                      <a:pt x="3292" y="2606"/>
                    </a:lnTo>
                    <a:lnTo>
                      <a:pt x="3276" y="2531"/>
                    </a:lnTo>
                    <a:close/>
                    <a:moveTo>
                      <a:pt x="3393" y="3028"/>
                    </a:moveTo>
                    <a:lnTo>
                      <a:pt x="3429" y="3184"/>
                    </a:lnTo>
                    <a:lnTo>
                      <a:pt x="3581" y="3148"/>
                    </a:lnTo>
                    <a:lnTo>
                      <a:pt x="3544" y="2991"/>
                    </a:lnTo>
                    <a:lnTo>
                      <a:pt x="3393" y="3028"/>
                    </a:lnTo>
                    <a:close/>
                    <a:moveTo>
                      <a:pt x="2841" y="2418"/>
                    </a:moveTo>
                    <a:lnTo>
                      <a:pt x="3109" y="2354"/>
                    </a:lnTo>
                    <a:lnTo>
                      <a:pt x="3335" y="3306"/>
                    </a:lnTo>
                    <a:lnTo>
                      <a:pt x="3067" y="3369"/>
                    </a:lnTo>
                    <a:lnTo>
                      <a:pt x="2841" y="2418"/>
                    </a:lnTo>
                    <a:close/>
                    <a:moveTo>
                      <a:pt x="2923" y="2531"/>
                    </a:moveTo>
                    <a:lnTo>
                      <a:pt x="2941" y="2606"/>
                    </a:lnTo>
                    <a:lnTo>
                      <a:pt x="3092" y="2570"/>
                    </a:lnTo>
                    <a:lnTo>
                      <a:pt x="3075" y="2496"/>
                    </a:lnTo>
                    <a:lnTo>
                      <a:pt x="2923" y="2531"/>
                    </a:lnTo>
                    <a:close/>
                    <a:moveTo>
                      <a:pt x="3041" y="3028"/>
                    </a:moveTo>
                    <a:lnTo>
                      <a:pt x="3192" y="2991"/>
                    </a:lnTo>
                    <a:lnTo>
                      <a:pt x="3229" y="3148"/>
                    </a:lnTo>
                    <a:lnTo>
                      <a:pt x="3078" y="3184"/>
                    </a:lnTo>
                    <a:lnTo>
                      <a:pt x="3041" y="3028"/>
                    </a:lnTo>
                    <a:close/>
                    <a:moveTo>
                      <a:pt x="2553" y="2372"/>
                    </a:moveTo>
                    <a:lnTo>
                      <a:pt x="2828" y="2372"/>
                    </a:lnTo>
                    <a:lnTo>
                      <a:pt x="2828" y="3352"/>
                    </a:lnTo>
                    <a:lnTo>
                      <a:pt x="2553" y="3352"/>
                    </a:lnTo>
                    <a:lnTo>
                      <a:pt x="2553" y="2372"/>
                    </a:lnTo>
                    <a:close/>
                    <a:moveTo>
                      <a:pt x="2606" y="2503"/>
                    </a:moveTo>
                    <a:lnTo>
                      <a:pt x="2606" y="2579"/>
                    </a:lnTo>
                    <a:lnTo>
                      <a:pt x="2762" y="2579"/>
                    </a:lnTo>
                    <a:lnTo>
                      <a:pt x="2762" y="2503"/>
                    </a:lnTo>
                    <a:lnTo>
                      <a:pt x="2606" y="2503"/>
                    </a:lnTo>
                    <a:close/>
                    <a:moveTo>
                      <a:pt x="2606" y="3012"/>
                    </a:moveTo>
                    <a:lnTo>
                      <a:pt x="2606" y="3173"/>
                    </a:lnTo>
                    <a:lnTo>
                      <a:pt x="2762" y="3173"/>
                    </a:lnTo>
                    <a:lnTo>
                      <a:pt x="2762" y="3012"/>
                    </a:lnTo>
                    <a:lnTo>
                      <a:pt x="2606" y="3012"/>
                    </a:lnTo>
                    <a:close/>
                    <a:moveTo>
                      <a:pt x="5555" y="151"/>
                    </a:moveTo>
                    <a:lnTo>
                      <a:pt x="5555" y="374"/>
                    </a:lnTo>
                    <a:lnTo>
                      <a:pt x="5555" y="4849"/>
                    </a:lnTo>
                    <a:lnTo>
                      <a:pt x="5871" y="4849"/>
                    </a:lnTo>
                    <a:lnTo>
                      <a:pt x="5871" y="5585"/>
                    </a:lnTo>
                    <a:lnTo>
                      <a:pt x="0" y="5585"/>
                    </a:lnTo>
                    <a:lnTo>
                      <a:pt x="0" y="4849"/>
                    </a:lnTo>
                    <a:lnTo>
                      <a:pt x="326" y="4849"/>
                    </a:lnTo>
                    <a:lnTo>
                      <a:pt x="326" y="374"/>
                    </a:lnTo>
                    <a:lnTo>
                      <a:pt x="326" y="151"/>
                    </a:lnTo>
                    <a:lnTo>
                      <a:pt x="326" y="0"/>
                    </a:lnTo>
                    <a:lnTo>
                      <a:pt x="5555" y="0"/>
                    </a:lnTo>
                    <a:lnTo>
                      <a:pt x="5555" y="151"/>
                    </a:lnTo>
                    <a:close/>
                    <a:moveTo>
                      <a:pt x="2409" y="2135"/>
                    </a:moveTo>
                    <a:lnTo>
                      <a:pt x="2409" y="3385"/>
                    </a:lnTo>
                    <a:lnTo>
                      <a:pt x="5107" y="3385"/>
                    </a:lnTo>
                    <a:lnTo>
                      <a:pt x="5107" y="2135"/>
                    </a:lnTo>
                    <a:lnTo>
                      <a:pt x="2409" y="2135"/>
                    </a:lnTo>
                    <a:close/>
                    <a:moveTo>
                      <a:pt x="2409" y="3609"/>
                    </a:moveTo>
                    <a:lnTo>
                      <a:pt x="2409" y="4849"/>
                    </a:lnTo>
                    <a:lnTo>
                      <a:pt x="5107" y="4849"/>
                    </a:lnTo>
                    <a:lnTo>
                      <a:pt x="5107" y="3609"/>
                    </a:lnTo>
                    <a:lnTo>
                      <a:pt x="2409" y="3609"/>
                    </a:ln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9722" name="文本框 40"/>
            <p:cNvSpPr txBox="1">
              <a:spLocks noChangeArrowheads="1"/>
            </p:cNvSpPr>
            <p:nvPr/>
          </p:nvSpPr>
          <p:spPr bwMode="auto">
            <a:xfrm>
              <a:off x="3274697" y="3492524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第二部分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705" name="组合 51"/>
          <p:cNvGrpSpPr/>
          <p:nvPr/>
        </p:nvGrpSpPr>
        <p:grpSpPr bwMode="auto">
          <a:xfrm>
            <a:off x="4253019" y="2229899"/>
            <a:ext cx="1250529" cy="1630362"/>
            <a:chOff x="5353035" y="2101178"/>
            <a:chExt cx="1415772" cy="1853011"/>
          </a:xfrm>
        </p:grpSpPr>
        <p:grpSp>
          <p:nvGrpSpPr>
            <p:cNvPr id="29716" name="组合 36"/>
            <p:cNvGrpSpPr/>
            <p:nvPr/>
          </p:nvGrpSpPr>
          <p:grpSpPr bwMode="auto">
            <a:xfrm>
              <a:off x="5421944" y="2101178"/>
              <a:ext cx="1277954" cy="1277954"/>
              <a:chOff x="5288161" y="2234042"/>
              <a:chExt cx="1607262" cy="1607262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5287330" y="2234042"/>
                <a:ext cx="1608922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5397120" y="2335801"/>
                <a:ext cx="1389342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720" name="KSO_Shape"/>
              <p:cNvSpPr>
                <a:spLocks noChangeArrowheads="1"/>
              </p:cNvSpPr>
              <p:nvPr/>
            </p:nvSpPr>
            <p:spPr bwMode="auto">
              <a:xfrm>
                <a:off x="5547153" y="2697761"/>
                <a:ext cx="1089278" cy="662788"/>
              </a:xfrm>
              <a:custGeom>
                <a:avLst/>
                <a:gdLst>
                  <a:gd name="T0" fmla="*/ 2147483646 w 3931"/>
                  <a:gd name="T1" fmla="*/ 2147483646 h 2392"/>
                  <a:gd name="T2" fmla="*/ 2147483646 w 3931"/>
                  <a:gd name="T3" fmla="*/ 2147483646 h 2392"/>
                  <a:gd name="T4" fmla="*/ 2147483646 w 3931"/>
                  <a:gd name="T5" fmla="*/ 2147483646 h 2392"/>
                  <a:gd name="T6" fmla="*/ 2147483646 w 3931"/>
                  <a:gd name="T7" fmla="*/ 2147483646 h 2392"/>
                  <a:gd name="T8" fmla="*/ 2147483646 w 3931"/>
                  <a:gd name="T9" fmla="*/ 2147483646 h 2392"/>
                  <a:gd name="T10" fmla="*/ 2147483646 w 3931"/>
                  <a:gd name="T11" fmla="*/ 2147483646 h 2392"/>
                  <a:gd name="T12" fmla="*/ 2147483646 w 3931"/>
                  <a:gd name="T13" fmla="*/ 2147483646 h 2392"/>
                  <a:gd name="T14" fmla="*/ 2147483646 w 3931"/>
                  <a:gd name="T15" fmla="*/ 2147483646 h 2392"/>
                  <a:gd name="T16" fmla="*/ 2147483646 w 3931"/>
                  <a:gd name="T17" fmla="*/ 2147483646 h 2392"/>
                  <a:gd name="T18" fmla="*/ 2147483646 w 3931"/>
                  <a:gd name="T19" fmla="*/ 2147483646 h 2392"/>
                  <a:gd name="T20" fmla="*/ 2147483646 w 3931"/>
                  <a:gd name="T21" fmla="*/ 2147483646 h 2392"/>
                  <a:gd name="T22" fmla="*/ 2147483646 w 3931"/>
                  <a:gd name="T23" fmla="*/ 2147483646 h 2392"/>
                  <a:gd name="T24" fmla="*/ 2147483646 w 3931"/>
                  <a:gd name="T25" fmla="*/ 2147483646 h 2392"/>
                  <a:gd name="T26" fmla="*/ 0 w 3931"/>
                  <a:gd name="T27" fmla="*/ 2147483646 h 2392"/>
                  <a:gd name="T28" fmla="*/ 2147483646 w 3931"/>
                  <a:gd name="T29" fmla="*/ 0 h 2392"/>
                  <a:gd name="T30" fmla="*/ 2147483646 w 3931"/>
                  <a:gd name="T31" fmla="*/ 2147483646 h 2392"/>
                  <a:gd name="T32" fmla="*/ 2147483646 w 3931"/>
                  <a:gd name="T33" fmla="*/ 2147483646 h 2392"/>
                  <a:gd name="T34" fmla="*/ 2147483646 w 3931"/>
                  <a:gd name="T35" fmla="*/ 2147483646 h 2392"/>
                  <a:gd name="T36" fmla="*/ 2147483646 w 3931"/>
                  <a:gd name="T37" fmla="*/ 2147483646 h 2392"/>
                  <a:gd name="T38" fmla="*/ 2147483646 w 3931"/>
                  <a:gd name="T39" fmla="*/ 2147483646 h 2392"/>
                  <a:gd name="T40" fmla="*/ 2147483646 w 3931"/>
                  <a:gd name="T41" fmla="*/ 2147483646 h 2392"/>
                  <a:gd name="T42" fmla="*/ 2147483646 w 3931"/>
                  <a:gd name="T43" fmla="*/ 2147483646 h 2392"/>
                  <a:gd name="T44" fmla="*/ 2147483646 w 3931"/>
                  <a:gd name="T45" fmla="*/ 2147483646 h 2392"/>
                  <a:gd name="T46" fmla="*/ 2147483646 w 3931"/>
                  <a:gd name="T47" fmla="*/ 2147483646 h 2392"/>
                  <a:gd name="T48" fmla="*/ 2147483646 w 3931"/>
                  <a:gd name="T49" fmla="*/ 2147483646 h 2392"/>
                  <a:gd name="T50" fmla="*/ 2147483646 w 3931"/>
                  <a:gd name="T51" fmla="*/ 2147483646 h 2392"/>
                  <a:gd name="T52" fmla="*/ 2147483646 w 3931"/>
                  <a:gd name="T53" fmla="*/ 2147483646 h 2392"/>
                  <a:gd name="T54" fmla="*/ 2147483646 w 3931"/>
                  <a:gd name="T55" fmla="*/ 2147483646 h 2392"/>
                  <a:gd name="T56" fmla="*/ 2147483646 w 3931"/>
                  <a:gd name="T57" fmla="*/ 2147483646 h 239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931" h="2392">
                    <a:moveTo>
                      <a:pt x="3046" y="1287"/>
                    </a:moveTo>
                    <a:cubicBezTo>
                      <a:pt x="3046" y="1287"/>
                      <a:pt x="2618" y="850"/>
                      <a:pt x="2027" y="850"/>
                    </a:cubicBezTo>
                    <a:cubicBezTo>
                      <a:pt x="1450" y="850"/>
                      <a:pt x="880" y="1287"/>
                      <a:pt x="880" y="1287"/>
                    </a:cubicBezTo>
                    <a:cubicBezTo>
                      <a:pt x="560" y="1154"/>
                      <a:pt x="560" y="1154"/>
                      <a:pt x="560" y="1154"/>
                    </a:cubicBezTo>
                    <a:cubicBezTo>
                      <a:pt x="560" y="1546"/>
                      <a:pt x="560" y="1546"/>
                      <a:pt x="560" y="1546"/>
                    </a:cubicBezTo>
                    <a:cubicBezTo>
                      <a:pt x="610" y="1563"/>
                      <a:pt x="647" y="1610"/>
                      <a:pt x="647" y="1666"/>
                    </a:cubicBezTo>
                    <a:cubicBezTo>
                      <a:pt x="647" y="1723"/>
                      <a:pt x="609" y="1769"/>
                      <a:pt x="558" y="1786"/>
                    </a:cubicBezTo>
                    <a:cubicBezTo>
                      <a:pt x="653" y="2208"/>
                      <a:pt x="653" y="2208"/>
                      <a:pt x="653" y="2208"/>
                    </a:cubicBezTo>
                    <a:cubicBezTo>
                      <a:pt x="373" y="2208"/>
                      <a:pt x="373" y="2208"/>
                      <a:pt x="373" y="2208"/>
                    </a:cubicBezTo>
                    <a:cubicBezTo>
                      <a:pt x="469" y="1784"/>
                      <a:pt x="469" y="1784"/>
                      <a:pt x="469" y="1784"/>
                    </a:cubicBezTo>
                    <a:cubicBezTo>
                      <a:pt x="423" y="1764"/>
                      <a:pt x="391" y="1719"/>
                      <a:pt x="391" y="1666"/>
                    </a:cubicBezTo>
                    <a:cubicBezTo>
                      <a:pt x="391" y="1614"/>
                      <a:pt x="422" y="1570"/>
                      <a:pt x="466" y="1549"/>
                    </a:cubicBezTo>
                    <a:cubicBezTo>
                      <a:pt x="466" y="1115"/>
                      <a:pt x="466" y="1115"/>
                      <a:pt x="466" y="1115"/>
                    </a:cubicBezTo>
                    <a:cubicBezTo>
                      <a:pt x="0" y="920"/>
                      <a:pt x="0" y="920"/>
                      <a:pt x="0" y="920"/>
                    </a:cubicBezTo>
                    <a:cubicBezTo>
                      <a:pt x="2050" y="0"/>
                      <a:pt x="2050" y="0"/>
                      <a:pt x="2050" y="0"/>
                    </a:cubicBezTo>
                    <a:cubicBezTo>
                      <a:pt x="3931" y="932"/>
                      <a:pt x="3931" y="932"/>
                      <a:pt x="3931" y="932"/>
                    </a:cubicBezTo>
                    <a:lnTo>
                      <a:pt x="3046" y="1287"/>
                    </a:lnTo>
                    <a:close/>
                    <a:moveTo>
                      <a:pt x="2004" y="1072"/>
                    </a:moveTo>
                    <a:cubicBezTo>
                      <a:pt x="2598" y="1072"/>
                      <a:pt x="2929" y="1386"/>
                      <a:pt x="2929" y="1386"/>
                    </a:cubicBezTo>
                    <a:cubicBezTo>
                      <a:pt x="2929" y="2147"/>
                      <a:pt x="2929" y="2147"/>
                      <a:pt x="2929" y="2147"/>
                    </a:cubicBezTo>
                    <a:cubicBezTo>
                      <a:pt x="2929" y="2147"/>
                      <a:pt x="2586" y="2392"/>
                      <a:pt x="1957" y="2392"/>
                    </a:cubicBezTo>
                    <a:cubicBezTo>
                      <a:pt x="1328" y="2392"/>
                      <a:pt x="1099" y="2147"/>
                      <a:pt x="1099" y="2147"/>
                    </a:cubicBezTo>
                    <a:cubicBezTo>
                      <a:pt x="1099" y="1386"/>
                      <a:pt x="1099" y="1386"/>
                      <a:pt x="1099" y="1386"/>
                    </a:cubicBezTo>
                    <a:cubicBezTo>
                      <a:pt x="1099" y="1386"/>
                      <a:pt x="1410" y="1072"/>
                      <a:pt x="2004" y="1072"/>
                    </a:cubicBezTo>
                    <a:close/>
                    <a:moveTo>
                      <a:pt x="1992" y="2252"/>
                    </a:moveTo>
                    <a:cubicBezTo>
                      <a:pt x="2404" y="2252"/>
                      <a:pt x="2738" y="2168"/>
                      <a:pt x="2738" y="2066"/>
                    </a:cubicBezTo>
                    <a:cubicBezTo>
                      <a:pt x="2738" y="1963"/>
                      <a:pt x="2404" y="1879"/>
                      <a:pt x="1992" y="1879"/>
                    </a:cubicBezTo>
                    <a:cubicBezTo>
                      <a:pt x="1581" y="1879"/>
                      <a:pt x="1247" y="1963"/>
                      <a:pt x="1247" y="2066"/>
                    </a:cubicBezTo>
                    <a:cubicBezTo>
                      <a:pt x="1247" y="2168"/>
                      <a:pt x="1581" y="2252"/>
                      <a:pt x="1992" y="2252"/>
                    </a:cubicBez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717" name="文本框 41"/>
            <p:cNvSpPr txBox="1">
              <a:spLocks noChangeArrowheads="1"/>
            </p:cNvSpPr>
            <p:nvPr/>
          </p:nvSpPr>
          <p:spPr bwMode="auto">
            <a:xfrm>
              <a:off x="5353035" y="3492524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第三部分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706" name="组合 52"/>
          <p:cNvGrpSpPr/>
          <p:nvPr/>
        </p:nvGrpSpPr>
        <p:grpSpPr bwMode="auto">
          <a:xfrm>
            <a:off x="6269313" y="2216150"/>
            <a:ext cx="1205155" cy="1598612"/>
            <a:chOff x="7431373" y="2101178"/>
            <a:chExt cx="1415772" cy="1853011"/>
          </a:xfrm>
        </p:grpSpPr>
        <p:grpSp>
          <p:nvGrpSpPr>
            <p:cNvPr id="29711" name="组合 37"/>
            <p:cNvGrpSpPr/>
            <p:nvPr/>
          </p:nvGrpSpPr>
          <p:grpSpPr bwMode="auto">
            <a:xfrm>
              <a:off x="7500282" y="2101178"/>
              <a:ext cx="1277954" cy="1277954"/>
              <a:chOff x="7366499" y="2234042"/>
              <a:chExt cx="1607262" cy="160726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7365669" y="2234042"/>
                <a:ext cx="1608922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7475458" y="2343782"/>
                <a:ext cx="1389342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715" name="KSO_Shape"/>
              <p:cNvSpPr>
                <a:spLocks noChangeArrowheads="1"/>
              </p:cNvSpPr>
              <p:nvPr/>
            </p:nvSpPr>
            <p:spPr bwMode="auto">
              <a:xfrm>
                <a:off x="7767760" y="2635303"/>
                <a:ext cx="804740" cy="804740"/>
              </a:xfrm>
              <a:custGeom>
                <a:avLst/>
                <a:gdLst>
                  <a:gd name="T0" fmla="*/ 2147483646 w 3927"/>
                  <a:gd name="T1" fmla="*/ 2147483646 h 3928"/>
                  <a:gd name="T2" fmla="*/ 2147483646 w 3927"/>
                  <a:gd name="T3" fmla="*/ 2147483646 h 3928"/>
                  <a:gd name="T4" fmla="*/ 2147483646 w 3927"/>
                  <a:gd name="T5" fmla="*/ 2147483646 h 3928"/>
                  <a:gd name="T6" fmla="*/ 2147483646 w 3927"/>
                  <a:gd name="T7" fmla="*/ 601932408 h 3928"/>
                  <a:gd name="T8" fmla="*/ 2147483646 w 3927"/>
                  <a:gd name="T9" fmla="*/ 541743265 h 3928"/>
                  <a:gd name="T10" fmla="*/ 2147483646 w 3927"/>
                  <a:gd name="T11" fmla="*/ 2147483646 h 3928"/>
                  <a:gd name="T12" fmla="*/ 2147483646 w 3927"/>
                  <a:gd name="T13" fmla="*/ 2147483646 h 3928"/>
                  <a:gd name="T14" fmla="*/ 2147483646 w 3927"/>
                  <a:gd name="T15" fmla="*/ 2147483646 h 3928"/>
                  <a:gd name="T16" fmla="*/ 2147483646 w 3927"/>
                  <a:gd name="T17" fmla="*/ 2147483646 h 3928"/>
                  <a:gd name="T18" fmla="*/ 2147483646 w 3927"/>
                  <a:gd name="T19" fmla="*/ 2147483646 h 3928"/>
                  <a:gd name="T20" fmla="*/ 2147483646 w 3927"/>
                  <a:gd name="T21" fmla="*/ 2147483646 h 3928"/>
                  <a:gd name="T22" fmla="*/ 2147483646 w 3927"/>
                  <a:gd name="T23" fmla="*/ 2147483646 h 3928"/>
                  <a:gd name="T24" fmla="*/ 2147483646 w 3927"/>
                  <a:gd name="T25" fmla="*/ 2147483646 h 3928"/>
                  <a:gd name="T26" fmla="*/ 2147483646 w 3927"/>
                  <a:gd name="T27" fmla="*/ 2147483646 h 3928"/>
                  <a:gd name="T28" fmla="*/ 2147483646 w 3927"/>
                  <a:gd name="T29" fmla="*/ 2147483646 h 3928"/>
                  <a:gd name="T30" fmla="*/ 2147483646 w 3927"/>
                  <a:gd name="T31" fmla="*/ 2147483646 h 3928"/>
                  <a:gd name="T32" fmla="*/ 2147483646 w 3927"/>
                  <a:gd name="T33" fmla="*/ 2147483646 h 3928"/>
                  <a:gd name="T34" fmla="*/ 2147483646 w 3927"/>
                  <a:gd name="T35" fmla="*/ 2147483646 h 3928"/>
                  <a:gd name="T36" fmla="*/ 2147483646 w 3927"/>
                  <a:gd name="T37" fmla="*/ 2147483646 h 3928"/>
                  <a:gd name="T38" fmla="*/ 2147483646 w 3927"/>
                  <a:gd name="T39" fmla="*/ 2147483646 h 3928"/>
                  <a:gd name="T40" fmla="*/ 2147483646 w 3927"/>
                  <a:gd name="T41" fmla="*/ 2147483646 h 3928"/>
                  <a:gd name="T42" fmla="*/ 2147483646 w 3927"/>
                  <a:gd name="T43" fmla="*/ 2147483646 h 3928"/>
                  <a:gd name="T44" fmla="*/ 2147483646 w 3927"/>
                  <a:gd name="T45" fmla="*/ 2147483646 h 3928"/>
                  <a:gd name="T46" fmla="*/ 2147483646 w 3927"/>
                  <a:gd name="T47" fmla="*/ 2147483646 h 3928"/>
                  <a:gd name="T48" fmla="*/ 2147483646 w 3927"/>
                  <a:gd name="T49" fmla="*/ 2147483646 h 3928"/>
                  <a:gd name="T50" fmla="*/ 2147483646 w 3927"/>
                  <a:gd name="T51" fmla="*/ 2147483646 h 3928"/>
                  <a:gd name="T52" fmla="*/ 2147483646 w 3927"/>
                  <a:gd name="T53" fmla="*/ 2147483646 h 3928"/>
                  <a:gd name="T54" fmla="*/ 0 w 3927"/>
                  <a:gd name="T55" fmla="*/ 2147483646 h 3928"/>
                  <a:gd name="T56" fmla="*/ 0 w 3927"/>
                  <a:gd name="T57" fmla="*/ 2147483646 h 3928"/>
                  <a:gd name="T58" fmla="*/ 2147483646 w 3927"/>
                  <a:gd name="T59" fmla="*/ 885710611 h 3928"/>
                  <a:gd name="T60" fmla="*/ 2147483646 w 3927"/>
                  <a:gd name="T61" fmla="*/ 885710611 h 3928"/>
                  <a:gd name="T62" fmla="*/ 2147483646 w 3927"/>
                  <a:gd name="T63" fmla="*/ 2147483646 h 3928"/>
                  <a:gd name="T64" fmla="*/ 2147483646 w 3927"/>
                  <a:gd name="T65" fmla="*/ 2147483646 h 392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27" h="3928">
                    <a:moveTo>
                      <a:pt x="3857" y="672"/>
                    </a:moveTo>
                    <a:cubicBezTo>
                      <a:pt x="3675" y="852"/>
                      <a:pt x="3675" y="852"/>
                      <a:pt x="3675" y="852"/>
                    </a:cubicBezTo>
                    <a:cubicBezTo>
                      <a:pt x="3070" y="251"/>
                      <a:pt x="3070" y="251"/>
                      <a:pt x="3070" y="251"/>
                    </a:cubicBezTo>
                    <a:cubicBezTo>
                      <a:pt x="3252" y="70"/>
                      <a:pt x="3252" y="70"/>
                      <a:pt x="3252" y="70"/>
                    </a:cubicBezTo>
                    <a:cubicBezTo>
                      <a:pt x="3319" y="4"/>
                      <a:pt x="3424" y="0"/>
                      <a:pt x="3486" y="63"/>
                    </a:cubicBezTo>
                    <a:cubicBezTo>
                      <a:pt x="3864" y="438"/>
                      <a:pt x="3864" y="438"/>
                      <a:pt x="3864" y="438"/>
                    </a:cubicBezTo>
                    <a:cubicBezTo>
                      <a:pt x="3927" y="501"/>
                      <a:pt x="3924" y="605"/>
                      <a:pt x="3857" y="672"/>
                    </a:cubicBezTo>
                    <a:close/>
                    <a:moveTo>
                      <a:pt x="2252" y="2267"/>
                    </a:moveTo>
                    <a:cubicBezTo>
                      <a:pt x="1647" y="1665"/>
                      <a:pt x="1647" y="1665"/>
                      <a:pt x="1647" y="1665"/>
                    </a:cubicBezTo>
                    <a:cubicBezTo>
                      <a:pt x="2978" y="342"/>
                      <a:pt x="2978" y="342"/>
                      <a:pt x="2978" y="342"/>
                    </a:cubicBezTo>
                    <a:cubicBezTo>
                      <a:pt x="3583" y="944"/>
                      <a:pt x="3583" y="944"/>
                      <a:pt x="3583" y="944"/>
                    </a:cubicBezTo>
                    <a:lnTo>
                      <a:pt x="2252" y="2267"/>
                    </a:lnTo>
                    <a:close/>
                    <a:moveTo>
                      <a:pt x="2168" y="2350"/>
                    </a:moveTo>
                    <a:cubicBezTo>
                      <a:pt x="1321" y="2591"/>
                      <a:pt x="1321" y="2591"/>
                      <a:pt x="1321" y="2591"/>
                    </a:cubicBezTo>
                    <a:cubicBezTo>
                      <a:pt x="1563" y="1749"/>
                      <a:pt x="1563" y="1749"/>
                      <a:pt x="1563" y="1749"/>
                    </a:cubicBezTo>
                    <a:lnTo>
                      <a:pt x="2168" y="2350"/>
                    </a:lnTo>
                    <a:close/>
                    <a:moveTo>
                      <a:pt x="770" y="495"/>
                    </a:moveTo>
                    <a:cubicBezTo>
                      <a:pt x="561" y="495"/>
                      <a:pt x="392" y="665"/>
                      <a:pt x="392" y="874"/>
                    </a:cubicBezTo>
                    <a:cubicBezTo>
                      <a:pt x="392" y="3158"/>
                      <a:pt x="392" y="3158"/>
                      <a:pt x="392" y="3158"/>
                    </a:cubicBezTo>
                    <a:cubicBezTo>
                      <a:pt x="392" y="3367"/>
                      <a:pt x="561" y="3536"/>
                      <a:pt x="770" y="3536"/>
                    </a:cubicBezTo>
                    <a:cubicBezTo>
                      <a:pt x="3055" y="3536"/>
                      <a:pt x="3055" y="3536"/>
                      <a:pt x="3055" y="3536"/>
                    </a:cubicBezTo>
                    <a:cubicBezTo>
                      <a:pt x="3264" y="3536"/>
                      <a:pt x="3433" y="3367"/>
                      <a:pt x="3433" y="3158"/>
                    </a:cubicBezTo>
                    <a:cubicBezTo>
                      <a:pt x="3433" y="1657"/>
                      <a:pt x="3433" y="1657"/>
                      <a:pt x="3433" y="1657"/>
                    </a:cubicBezTo>
                    <a:cubicBezTo>
                      <a:pt x="3824" y="1278"/>
                      <a:pt x="3824" y="1278"/>
                      <a:pt x="3824" y="1278"/>
                    </a:cubicBezTo>
                    <a:cubicBezTo>
                      <a:pt x="3824" y="3297"/>
                      <a:pt x="3824" y="3297"/>
                      <a:pt x="3824" y="3297"/>
                    </a:cubicBezTo>
                    <a:cubicBezTo>
                      <a:pt x="3824" y="3645"/>
                      <a:pt x="3529" y="3928"/>
                      <a:pt x="3181" y="3928"/>
                    </a:cubicBezTo>
                    <a:cubicBezTo>
                      <a:pt x="631" y="3928"/>
                      <a:pt x="631" y="3928"/>
                      <a:pt x="631" y="3928"/>
                    </a:cubicBezTo>
                    <a:cubicBezTo>
                      <a:pt x="283" y="3928"/>
                      <a:pt x="0" y="3645"/>
                      <a:pt x="0" y="3297"/>
                    </a:cubicBezTo>
                    <a:cubicBezTo>
                      <a:pt x="0" y="773"/>
                      <a:pt x="0" y="773"/>
                      <a:pt x="0" y="773"/>
                    </a:cubicBezTo>
                    <a:cubicBezTo>
                      <a:pt x="0" y="425"/>
                      <a:pt x="283" y="103"/>
                      <a:pt x="631" y="103"/>
                    </a:cubicBezTo>
                    <a:cubicBezTo>
                      <a:pt x="2650" y="103"/>
                      <a:pt x="2650" y="103"/>
                      <a:pt x="2650" y="103"/>
                    </a:cubicBezTo>
                    <a:cubicBezTo>
                      <a:pt x="2271" y="495"/>
                      <a:pt x="2271" y="495"/>
                      <a:pt x="2271" y="495"/>
                    </a:cubicBezTo>
                    <a:lnTo>
                      <a:pt x="770" y="495"/>
                    </a:ln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712" name="文本框 42"/>
            <p:cNvSpPr txBox="1">
              <a:spLocks noChangeArrowheads="1"/>
            </p:cNvSpPr>
            <p:nvPr/>
          </p:nvSpPr>
          <p:spPr bwMode="auto">
            <a:xfrm>
              <a:off x="7431373" y="3492524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第四部分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9707" name="文本框 44"/>
          <p:cNvSpPr txBox="1">
            <a:spLocks noChangeArrowheads="1"/>
          </p:cNvSpPr>
          <p:nvPr/>
        </p:nvSpPr>
        <p:spPr bwMode="auto">
          <a:xfrm>
            <a:off x="56783" y="3972452"/>
            <a:ext cx="18676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系统分析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708" name="文本框 45"/>
          <p:cNvSpPr txBox="1">
            <a:spLocks noChangeArrowheads="1"/>
          </p:cNvSpPr>
          <p:nvPr/>
        </p:nvSpPr>
        <p:spPr bwMode="auto">
          <a:xfrm>
            <a:off x="1888800" y="3954794"/>
            <a:ext cx="1836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系统设计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709" name="文本框 46"/>
          <p:cNvSpPr txBox="1">
            <a:spLocks noChangeArrowheads="1"/>
          </p:cNvSpPr>
          <p:nvPr/>
        </p:nvSpPr>
        <p:spPr bwMode="auto">
          <a:xfrm>
            <a:off x="3974837" y="3954794"/>
            <a:ext cx="18334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系统实现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710" name="文本框 47"/>
          <p:cNvSpPr txBox="1">
            <a:spLocks noChangeArrowheads="1"/>
          </p:cNvSpPr>
          <p:nvPr/>
        </p:nvSpPr>
        <p:spPr bwMode="auto">
          <a:xfrm>
            <a:off x="5933945" y="3972452"/>
            <a:ext cx="1950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系统测试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47"/>
          <p:cNvSpPr txBox="1">
            <a:spLocks noChangeArrowheads="1"/>
          </p:cNvSpPr>
          <p:nvPr/>
        </p:nvSpPr>
        <p:spPr bwMode="auto">
          <a:xfrm>
            <a:off x="7972645" y="3972452"/>
            <a:ext cx="1950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ctr">
              <a:lnSpc>
                <a:spcPct val="100000"/>
              </a:lnSpc>
              <a:buClrTx/>
              <a:buFont typeface="Arial" panose="020B0604020202020204" pitchFamily="34" charset="0"/>
              <a:buNone/>
              <a:defRPr sz="2400" b="1"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特色与创新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文本框 47"/>
          <p:cNvSpPr txBox="1">
            <a:spLocks noChangeArrowheads="1"/>
          </p:cNvSpPr>
          <p:nvPr/>
        </p:nvSpPr>
        <p:spPr bwMode="auto">
          <a:xfrm>
            <a:off x="9923591" y="3954794"/>
            <a:ext cx="1950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ctr">
              <a:lnSpc>
                <a:spcPct val="100000"/>
              </a:lnSpc>
              <a:buClrTx/>
              <a:buFont typeface="Arial" panose="020B0604020202020204" pitchFamily="34" charset="0"/>
              <a:buNone/>
              <a:defRPr sz="2400" b="1"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不足与改进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5" name="组合 49"/>
          <p:cNvGrpSpPr/>
          <p:nvPr/>
        </p:nvGrpSpPr>
        <p:grpSpPr bwMode="auto">
          <a:xfrm>
            <a:off x="10214683" y="2298418"/>
            <a:ext cx="1574558" cy="1600222"/>
            <a:chOff x="1267976" y="2101177"/>
            <a:chExt cx="1884773" cy="1955513"/>
          </a:xfrm>
        </p:grpSpPr>
        <p:grpSp>
          <p:nvGrpSpPr>
            <p:cNvPr id="36" name="组合 34"/>
            <p:cNvGrpSpPr/>
            <p:nvPr/>
          </p:nvGrpSpPr>
          <p:grpSpPr bwMode="auto">
            <a:xfrm>
              <a:off x="1296173" y="2101177"/>
              <a:ext cx="1277267" cy="1278705"/>
              <a:chOff x="1170354" y="2234040"/>
              <a:chExt cx="1606398" cy="1608206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1170354" y="2234040"/>
                <a:ext cx="1606398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1310184" y="2345487"/>
                <a:ext cx="1386890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0" name="KSO_Shape"/>
              <p:cNvSpPr>
                <a:spLocks noChangeArrowheads="1"/>
              </p:cNvSpPr>
              <p:nvPr/>
            </p:nvSpPr>
            <p:spPr bwMode="auto">
              <a:xfrm>
                <a:off x="1480150" y="2597150"/>
                <a:ext cx="909932" cy="881046"/>
              </a:xfrm>
              <a:custGeom>
                <a:avLst/>
                <a:gdLst>
                  <a:gd name="T0" fmla="*/ 8644 w 8965002"/>
                  <a:gd name="T1" fmla="*/ 3777 h 8673857"/>
                  <a:gd name="T2" fmla="*/ 8892 w 8965002"/>
                  <a:gd name="T3" fmla="*/ 3777 h 8673857"/>
                  <a:gd name="T4" fmla="*/ 9300 w 8965002"/>
                  <a:gd name="T5" fmla="*/ 4552 h 8673857"/>
                  <a:gd name="T6" fmla="*/ 7282 w 8965002"/>
                  <a:gd name="T7" fmla="*/ 7598 h 8673857"/>
                  <a:gd name="T8" fmla="*/ 6806 w 8965002"/>
                  <a:gd name="T9" fmla="*/ 7834 h 8673857"/>
                  <a:gd name="T10" fmla="*/ 5621 w 8965002"/>
                  <a:gd name="T11" fmla="*/ 7834 h 8673857"/>
                  <a:gd name="T12" fmla="*/ 5621 w 8965002"/>
                  <a:gd name="T13" fmla="*/ 8794 h 8673857"/>
                  <a:gd name="T14" fmla="*/ 5463 w 8965002"/>
                  <a:gd name="T15" fmla="*/ 9054 h 8673857"/>
                  <a:gd name="T16" fmla="*/ 5318 w 8965002"/>
                  <a:gd name="T17" fmla="*/ 9089 h 8673857"/>
                  <a:gd name="T18" fmla="*/ 5134 w 8965002"/>
                  <a:gd name="T19" fmla="*/ 9034 h 8673857"/>
                  <a:gd name="T20" fmla="*/ 4211 w 8965002"/>
                  <a:gd name="T21" fmla="*/ 8408 h 8673857"/>
                  <a:gd name="T22" fmla="*/ 3308 w 8965002"/>
                  <a:gd name="T23" fmla="*/ 9034 h 8673857"/>
                  <a:gd name="T24" fmla="*/ 2978 w 8965002"/>
                  <a:gd name="T25" fmla="*/ 9054 h 8673857"/>
                  <a:gd name="T26" fmla="*/ 2809 w 8965002"/>
                  <a:gd name="T27" fmla="*/ 8794 h 8673857"/>
                  <a:gd name="T28" fmla="*/ 2809 w 8965002"/>
                  <a:gd name="T29" fmla="*/ 6394 h 8673857"/>
                  <a:gd name="T30" fmla="*/ 3316 w 8965002"/>
                  <a:gd name="T31" fmla="*/ 5378 h 8673857"/>
                  <a:gd name="T32" fmla="*/ 3477 w 8965002"/>
                  <a:gd name="T33" fmla="*/ 5335 h 8673857"/>
                  <a:gd name="T34" fmla="*/ 5950 w 8965002"/>
                  <a:gd name="T35" fmla="*/ 5335 h 8673857"/>
                  <a:gd name="T36" fmla="*/ 5613 w 8965002"/>
                  <a:gd name="T37" fmla="*/ 6582 h 8673857"/>
                  <a:gd name="T38" fmla="*/ 6512 w 8965002"/>
                  <a:gd name="T39" fmla="*/ 6582 h 8673857"/>
                  <a:gd name="T40" fmla="*/ 8644 w 8965002"/>
                  <a:gd name="T41" fmla="*/ 3777 h 8673857"/>
                  <a:gd name="T42" fmla="*/ 6389 w 8965002"/>
                  <a:gd name="T43" fmla="*/ 0 h 8673857"/>
                  <a:gd name="T44" fmla="*/ 8573 w 8965002"/>
                  <a:gd name="T45" fmla="*/ 144 h 8673857"/>
                  <a:gd name="T46" fmla="*/ 8969 w 8965002"/>
                  <a:gd name="T47" fmla="*/ 927 h 8673857"/>
                  <a:gd name="T48" fmla="*/ 6492 w 8965002"/>
                  <a:gd name="T49" fmla="*/ 4165 h 8673857"/>
                  <a:gd name="T50" fmla="*/ 6044 w 8965002"/>
                  <a:gd name="T51" fmla="*/ 4378 h 8673857"/>
                  <a:gd name="T52" fmla="*/ 2310 w 8965002"/>
                  <a:gd name="T53" fmla="*/ 4378 h 8673857"/>
                  <a:gd name="T54" fmla="*/ 1203 w 8965002"/>
                  <a:gd name="T55" fmla="*/ 5739 h 8673857"/>
                  <a:gd name="T56" fmla="*/ 1882 w 8965002"/>
                  <a:gd name="T57" fmla="*/ 6522 h 8673857"/>
                  <a:gd name="T58" fmla="*/ 2180 w 8965002"/>
                  <a:gd name="T59" fmla="*/ 6581 h 8673857"/>
                  <a:gd name="T60" fmla="*/ 2180 w 8965002"/>
                  <a:gd name="T61" fmla="*/ 7833 h 8673857"/>
                  <a:gd name="T62" fmla="*/ 56 w 8965002"/>
                  <a:gd name="T63" fmla="*/ 5995 h 8673857"/>
                  <a:gd name="T64" fmla="*/ 68 w 8965002"/>
                  <a:gd name="T65" fmla="*/ 4956 h 8673857"/>
                  <a:gd name="T66" fmla="*/ 2840 w 8965002"/>
                  <a:gd name="T67" fmla="*/ 703 h 8673857"/>
                  <a:gd name="T68" fmla="*/ 3676 w 8965002"/>
                  <a:gd name="T69" fmla="*/ 239 h 8673857"/>
                  <a:gd name="T70" fmla="*/ 6389 w 8965002"/>
                  <a:gd name="T71" fmla="*/ 0 h 867385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8965002" h="8673857">
                    <a:moveTo>
                      <a:pt x="8267042" y="3603669"/>
                    </a:moveTo>
                    <a:cubicBezTo>
                      <a:pt x="8267042" y="3603669"/>
                      <a:pt x="8267042" y="3603669"/>
                      <a:pt x="8503636" y="3603669"/>
                    </a:cubicBezTo>
                    <a:cubicBezTo>
                      <a:pt x="8770275" y="3603669"/>
                      <a:pt x="9115779" y="3885289"/>
                      <a:pt x="8894206" y="4343392"/>
                    </a:cubicBezTo>
                    <a:cubicBezTo>
                      <a:pt x="8894206" y="4343392"/>
                      <a:pt x="8894206" y="4343392"/>
                      <a:pt x="6963891" y="7249712"/>
                    </a:cubicBezTo>
                    <a:cubicBezTo>
                      <a:pt x="6817428" y="7463743"/>
                      <a:pt x="6610877" y="7475008"/>
                      <a:pt x="6509479" y="7475008"/>
                    </a:cubicBezTo>
                    <a:cubicBezTo>
                      <a:pt x="6509479" y="7475008"/>
                      <a:pt x="6509479" y="7475008"/>
                      <a:pt x="5375325" y="7475008"/>
                    </a:cubicBezTo>
                    <a:cubicBezTo>
                      <a:pt x="5375325" y="7475008"/>
                      <a:pt x="5375325" y="7475008"/>
                      <a:pt x="5375325" y="8391212"/>
                    </a:cubicBezTo>
                    <a:cubicBezTo>
                      <a:pt x="5375325" y="8503860"/>
                      <a:pt x="5326504" y="8586469"/>
                      <a:pt x="5225106" y="8639038"/>
                    </a:cubicBezTo>
                    <a:cubicBezTo>
                      <a:pt x="5180040" y="8661567"/>
                      <a:pt x="5131219" y="8672833"/>
                      <a:pt x="5086153" y="8672833"/>
                    </a:cubicBezTo>
                    <a:cubicBezTo>
                      <a:pt x="5026066" y="8672833"/>
                      <a:pt x="4962223" y="8654057"/>
                      <a:pt x="4909646" y="8620263"/>
                    </a:cubicBezTo>
                    <a:cubicBezTo>
                      <a:pt x="4909646" y="8620263"/>
                      <a:pt x="4909646" y="8620263"/>
                      <a:pt x="4027109" y="8023229"/>
                    </a:cubicBezTo>
                    <a:cubicBezTo>
                      <a:pt x="4027109" y="8023229"/>
                      <a:pt x="4027109" y="8023229"/>
                      <a:pt x="3163349" y="8620263"/>
                    </a:cubicBezTo>
                    <a:cubicBezTo>
                      <a:pt x="3069463" y="8684097"/>
                      <a:pt x="2949287" y="8691607"/>
                      <a:pt x="2847889" y="8639038"/>
                    </a:cubicBezTo>
                    <a:cubicBezTo>
                      <a:pt x="2750247" y="8586469"/>
                      <a:pt x="2686404" y="8503860"/>
                      <a:pt x="2686404" y="8391212"/>
                    </a:cubicBezTo>
                    <a:cubicBezTo>
                      <a:pt x="2686404" y="8391212"/>
                      <a:pt x="2686404" y="8391212"/>
                      <a:pt x="2686404" y="6100701"/>
                    </a:cubicBezTo>
                    <a:cubicBezTo>
                      <a:pt x="2686404" y="5559991"/>
                      <a:pt x="2990598" y="5237066"/>
                      <a:pt x="3170860" y="5131928"/>
                    </a:cubicBezTo>
                    <a:cubicBezTo>
                      <a:pt x="3215926" y="5105644"/>
                      <a:pt x="3268503" y="5090624"/>
                      <a:pt x="3324835" y="5090624"/>
                    </a:cubicBezTo>
                    <a:cubicBezTo>
                      <a:pt x="3324835" y="5090624"/>
                      <a:pt x="3324835" y="5090624"/>
                      <a:pt x="5690785" y="5090624"/>
                    </a:cubicBezTo>
                    <a:cubicBezTo>
                      <a:pt x="5371570" y="5406038"/>
                      <a:pt x="5367814" y="5980543"/>
                      <a:pt x="5367814" y="6280938"/>
                    </a:cubicBezTo>
                    <a:cubicBezTo>
                      <a:pt x="5367814" y="6280938"/>
                      <a:pt x="5367814" y="6280938"/>
                      <a:pt x="6227818" y="6280938"/>
                    </a:cubicBezTo>
                    <a:cubicBezTo>
                      <a:pt x="6227818" y="6280938"/>
                      <a:pt x="6227818" y="6280938"/>
                      <a:pt x="8267042" y="3603669"/>
                    </a:cubicBezTo>
                    <a:close/>
                    <a:moveTo>
                      <a:pt x="6109875" y="128"/>
                    </a:moveTo>
                    <a:cubicBezTo>
                      <a:pt x="6829153" y="-2490"/>
                      <a:pt x="7579192" y="34821"/>
                      <a:pt x="8198796" y="137601"/>
                    </a:cubicBezTo>
                    <a:cubicBezTo>
                      <a:pt x="8705745" y="220201"/>
                      <a:pt x="8739542" y="678257"/>
                      <a:pt x="8578069" y="884757"/>
                    </a:cubicBezTo>
                    <a:cubicBezTo>
                      <a:pt x="8578069" y="884757"/>
                      <a:pt x="6234838" y="3955980"/>
                      <a:pt x="6208552" y="3974753"/>
                    </a:cubicBezTo>
                    <a:cubicBezTo>
                      <a:pt x="6107162" y="4098653"/>
                      <a:pt x="5953199" y="4177498"/>
                      <a:pt x="5780461" y="4177498"/>
                    </a:cubicBezTo>
                    <a:cubicBezTo>
                      <a:pt x="5780461" y="4177498"/>
                      <a:pt x="5780461" y="4177498"/>
                      <a:pt x="2209285" y="4177498"/>
                    </a:cubicBezTo>
                    <a:cubicBezTo>
                      <a:pt x="1818747" y="4177498"/>
                      <a:pt x="970076" y="4545444"/>
                      <a:pt x="1150325" y="5476573"/>
                    </a:cubicBezTo>
                    <a:cubicBezTo>
                      <a:pt x="1217918" y="5825746"/>
                      <a:pt x="1465760" y="6103583"/>
                      <a:pt x="1799971" y="6223729"/>
                    </a:cubicBezTo>
                    <a:cubicBezTo>
                      <a:pt x="1875075" y="6253765"/>
                      <a:pt x="2002751" y="6268783"/>
                      <a:pt x="2085365" y="6280047"/>
                    </a:cubicBezTo>
                    <a:cubicBezTo>
                      <a:pt x="2085365" y="6280047"/>
                      <a:pt x="2085365" y="6280047"/>
                      <a:pt x="2085365" y="7473994"/>
                    </a:cubicBezTo>
                    <a:cubicBezTo>
                      <a:pt x="1582171" y="7440203"/>
                      <a:pt x="335451" y="7004675"/>
                      <a:pt x="53813" y="5720619"/>
                    </a:cubicBezTo>
                    <a:cubicBezTo>
                      <a:pt x="-25046" y="5397728"/>
                      <a:pt x="-13780" y="5056063"/>
                      <a:pt x="65078" y="4729417"/>
                    </a:cubicBezTo>
                    <a:cubicBezTo>
                      <a:pt x="282879" y="3283915"/>
                      <a:pt x="2351982" y="944830"/>
                      <a:pt x="2716235" y="670748"/>
                    </a:cubicBezTo>
                    <a:cubicBezTo>
                      <a:pt x="2960321" y="471756"/>
                      <a:pt x="3234449" y="310311"/>
                      <a:pt x="3516088" y="227711"/>
                    </a:cubicBezTo>
                    <a:cubicBezTo>
                      <a:pt x="3797726" y="119767"/>
                      <a:pt x="4911078" y="4491"/>
                      <a:pt x="6109875" y="128"/>
                    </a:cubicBez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9"/>
            <p:cNvSpPr txBox="1">
              <a:spLocks noChangeArrowheads="1"/>
            </p:cNvSpPr>
            <p:nvPr/>
          </p:nvSpPr>
          <p:spPr bwMode="auto">
            <a:xfrm>
              <a:off x="1267976" y="3492523"/>
              <a:ext cx="1884773" cy="564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第六部分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1" name="组合 50"/>
          <p:cNvGrpSpPr/>
          <p:nvPr/>
        </p:nvGrpSpPr>
        <p:grpSpPr bwMode="auto">
          <a:xfrm>
            <a:off x="8240232" y="2285237"/>
            <a:ext cx="1415772" cy="1600223"/>
            <a:chOff x="3274697" y="2101178"/>
            <a:chExt cx="1665147" cy="1955514"/>
          </a:xfrm>
        </p:grpSpPr>
        <p:grpSp>
          <p:nvGrpSpPr>
            <p:cNvPr id="42" name="组合 35"/>
            <p:cNvGrpSpPr/>
            <p:nvPr/>
          </p:nvGrpSpPr>
          <p:grpSpPr bwMode="auto">
            <a:xfrm>
              <a:off x="3343606" y="2101178"/>
              <a:ext cx="1277954" cy="1277954"/>
              <a:chOff x="3209823" y="2234042"/>
              <a:chExt cx="1607262" cy="1607262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3209089" y="2234042"/>
                <a:ext cx="1608730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3319003" y="2343782"/>
                <a:ext cx="1388902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KSO_Shape"/>
              <p:cNvSpPr/>
              <p:nvPr/>
            </p:nvSpPr>
            <p:spPr bwMode="auto">
              <a:xfrm>
                <a:off x="3550820" y="2597185"/>
                <a:ext cx="925268" cy="881919"/>
              </a:xfrm>
              <a:custGeom>
                <a:avLst/>
                <a:gdLst>
                  <a:gd name="T0" fmla="*/ 2147483646 w 5871"/>
                  <a:gd name="T1" fmla="*/ 2147483646 h 5585"/>
                  <a:gd name="T2" fmla="*/ 2147483646 w 5871"/>
                  <a:gd name="T3" fmla="*/ 2147483646 h 5585"/>
                  <a:gd name="T4" fmla="*/ 2147483646 w 5871"/>
                  <a:gd name="T5" fmla="*/ 2147483646 h 5585"/>
                  <a:gd name="T6" fmla="*/ 2147483646 w 5871"/>
                  <a:gd name="T7" fmla="*/ 2147483646 h 5585"/>
                  <a:gd name="T8" fmla="*/ 2147483646 w 5871"/>
                  <a:gd name="T9" fmla="*/ 2147483646 h 5585"/>
                  <a:gd name="T10" fmla="*/ 2147483646 w 5871"/>
                  <a:gd name="T11" fmla="*/ 2147483646 h 5585"/>
                  <a:gd name="T12" fmla="*/ 2147483646 w 5871"/>
                  <a:gd name="T13" fmla="*/ 2147483646 h 5585"/>
                  <a:gd name="T14" fmla="*/ 2147483646 w 5871"/>
                  <a:gd name="T15" fmla="*/ 2147483646 h 5585"/>
                  <a:gd name="T16" fmla="*/ 2147483646 w 5871"/>
                  <a:gd name="T17" fmla="*/ 2147483646 h 5585"/>
                  <a:gd name="T18" fmla="*/ 2147483646 w 5871"/>
                  <a:gd name="T19" fmla="*/ 2147483646 h 5585"/>
                  <a:gd name="T20" fmla="*/ 2147483646 w 5871"/>
                  <a:gd name="T21" fmla="*/ 2147483646 h 5585"/>
                  <a:gd name="T22" fmla="*/ 2147483646 w 5871"/>
                  <a:gd name="T23" fmla="*/ 2147483646 h 5585"/>
                  <a:gd name="T24" fmla="*/ 2147483646 w 5871"/>
                  <a:gd name="T25" fmla="*/ 2147483646 h 5585"/>
                  <a:gd name="T26" fmla="*/ 2147483646 w 5871"/>
                  <a:gd name="T27" fmla="*/ 2147483646 h 5585"/>
                  <a:gd name="T28" fmla="*/ 2147483646 w 5871"/>
                  <a:gd name="T29" fmla="*/ 2147483646 h 5585"/>
                  <a:gd name="T30" fmla="*/ 2147483646 w 5871"/>
                  <a:gd name="T31" fmla="*/ 2147483646 h 5585"/>
                  <a:gd name="T32" fmla="*/ 2147483646 w 5871"/>
                  <a:gd name="T33" fmla="*/ 2147483646 h 5585"/>
                  <a:gd name="T34" fmla="*/ 2147483646 w 5871"/>
                  <a:gd name="T35" fmla="*/ 2147483646 h 5585"/>
                  <a:gd name="T36" fmla="*/ 2147483646 w 5871"/>
                  <a:gd name="T37" fmla="*/ 2147483646 h 5585"/>
                  <a:gd name="T38" fmla="*/ 2147483646 w 5871"/>
                  <a:gd name="T39" fmla="*/ 2147483646 h 5585"/>
                  <a:gd name="T40" fmla="*/ 2147483646 w 5871"/>
                  <a:gd name="T41" fmla="*/ 2147483646 h 5585"/>
                  <a:gd name="T42" fmla="*/ 2147483646 w 5871"/>
                  <a:gd name="T43" fmla="*/ 2147483646 h 5585"/>
                  <a:gd name="T44" fmla="*/ 2147483646 w 5871"/>
                  <a:gd name="T45" fmla="*/ 2147483646 h 5585"/>
                  <a:gd name="T46" fmla="*/ 2147483646 w 5871"/>
                  <a:gd name="T47" fmla="*/ 2147483646 h 5585"/>
                  <a:gd name="T48" fmla="*/ 2147483646 w 5871"/>
                  <a:gd name="T49" fmla="*/ 2147483646 h 5585"/>
                  <a:gd name="T50" fmla="*/ 2147483646 w 5871"/>
                  <a:gd name="T51" fmla="*/ 2147483646 h 5585"/>
                  <a:gd name="T52" fmla="*/ 2147483646 w 5871"/>
                  <a:gd name="T53" fmla="*/ 2147483646 h 5585"/>
                  <a:gd name="T54" fmla="*/ 2147483646 w 5871"/>
                  <a:gd name="T55" fmla="*/ 2147483646 h 5585"/>
                  <a:gd name="T56" fmla="*/ 2147483646 w 5871"/>
                  <a:gd name="T57" fmla="*/ 2147483646 h 5585"/>
                  <a:gd name="T58" fmla="*/ 2147483646 w 5871"/>
                  <a:gd name="T59" fmla="*/ 2147483646 h 5585"/>
                  <a:gd name="T60" fmla="*/ 2147483646 w 5871"/>
                  <a:gd name="T61" fmla="*/ 2147483646 h 5585"/>
                  <a:gd name="T62" fmla="*/ 2147483646 w 5871"/>
                  <a:gd name="T63" fmla="*/ 2147483646 h 5585"/>
                  <a:gd name="T64" fmla="*/ 2147483646 w 5871"/>
                  <a:gd name="T65" fmla="*/ 2147483646 h 5585"/>
                  <a:gd name="T66" fmla="*/ 2147483646 w 5871"/>
                  <a:gd name="T67" fmla="*/ 2147483646 h 5585"/>
                  <a:gd name="T68" fmla="*/ 2147483646 w 5871"/>
                  <a:gd name="T69" fmla="*/ 2147483646 h 5585"/>
                  <a:gd name="T70" fmla="*/ 2147483646 w 5871"/>
                  <a:gd name="T71" fmla="*/ 2147483646 h 5585"/>
                  <a:gd name="T72" fmla="*/ 2147483646 w 5871"/>
                  <a:gd name="T73" fmla="*/ 2147483646 h 5585"/>
                  <a:gd name="T74" fmla="*/ 2147483646 w 5871"/>
                  <a:gd name="T75" fmla="*/ 2147483646 h 5585"/>
                  <a:gd name="T76" fmla="*/ 2147483646 w 5871"/>
                  <a:gd name="T77" fmla="*/ 2147483646 h 5585"/>
                  <a:gd name="T78" fmla="*/ 2147483646 w 5871"/>
                  <a:gd name="T79" fmla="*/ 2147483646 h 5585"/>
                  <a:gd name="T80" fmla="*/ 2147483646 w 5871"/>
                  <a:gd name="T81" fmla="*/ 2147483646 h 5585"/>
                  <a:gd name="T82" fmla="*/ 2147483646 w 5871"/>
                  <a:gd name="T83" fmla="*/ 2147483646 h 5585"/>
                  <a:gd name="T84" fmla="*/ 2147483646 w 5871"/>
                  <a:gd name="T85" fmla="*/ 2147483646 h 5585"/>
                  <a:gd name="T86" fmla="*/ 2147483646 w 5871"/>
                  <a:gd name="T87" fmla="*/ 2147483646 h 5585"/>
                  <a:gd name="T88" fmla="*/ 2147483646 w 5871"/>
                  <a:gd name="T89" fmla="*/ 2147483646 h 5585"/>
                  <a:gd name="T90" fmla="*/ 2147483646 w 5871"/>
                  <a:gd name="T91" fmla="*/ 2147483646 h 5585"/>
                  <a:gd name="T92" fmla="*/ 2147483646 w 5871"/>
                  <a:gd name="T93" fmla="*/ 2147483646 h 5585"/>
                  <a:gd name="T94" fmla="*/ 2147483646 w 5871"/>
                  <a:gd name="T95" fmla="*/ 2147483646 h 5585"/>
                  <a:gd name="T96" fmla="*/ 2147483646 w 5871"/>
                  <a:gd name="T97" fmla="*/ 2147483646 h 5585"/>
                  <a:gd name="T98" fmla="*/ 2147483646 w 5871"/>
                  <a:gd name="T99" fmla="*/ 2147483646 h 5585"/>
                  <a:gd name="T100" fmla="*/ 2147483646 w 5871"/>
                  <a:gd name="T101" fmla="*/ 2147483646 h 5585"/>
                  <a:gd name="T102" fmla="*/ 2147483646 w 5871"/>
                  <a:gd name="T103" fmla="*/ 2147483646 h 5585"/>
                  <a:gd name="T104" fmla="*/ 0 w 5871"/>
                  <a:gd name="T105" fmla="*/ 2147483646 h 5585"/>
                  <a:gd name="T106" fmla="*/ 2147483646 w 5871"/>
                  <a:gd name="T107" fmla="*/ 0 h 5585"/>
                  <a:gd name="T108" fmla="*/ 2147483646 w 5871"/>
                  <a:gd name="T109" fmla="*/ 2147483646 h 5585"/>
                  <a:gd name="T110" fmla="*/ 2147483646 w 5871"/>
                  <a:gd name="T111" fmla="*/ 2147483646 h 5585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5871" h="5585">
                    <a:moveTo>
                      <a:pt x="774" y="374"/>
                    </a:moveTo>
                    <a:lnTo>
                      <a:pt x="774" y="1910"/>
                    </a:lnTo>
                    <a:lnTo>
                      <a:pt x="5107" y="1910"/>
                    </a:lnTo>
                    <a:lnTo>
                      <a:pt x="5107" y="374"/>
                    </a:lnTo>
                    <a:lnTo>
                      <a:pt x="774" y="374"/>
                    </a:lnTo>
                    <a:close/>
                    <a:moveTo>
                      <a:pt x="1597" y="3265"/>
                    </a:moveTo>
                    <a:lnTo>
                      <a:pt x="1597" y="3265"/>
                    </a:lnTo>
                    <a:lnTo>
                      <a:pt x="1591" y="3265"/>
                    </a:lnTo>
                    <a:lnTo>
                      <a:pt x="1587" y="3265"/>
                    </a:lnTo>
                    <a:lnTo>
                      <a:pt x="1586" y="3265"/>
                    </a:lnTo>
                    <a:lnTo>
                      <a:pt x="1581" y="3265"/>
                    </a:lnTo>
                    <a:lnTo>
                      <a:pt x="1576" y="3265"/>
                    </a:lnTo>
                    <a:lnTo>
                      <a:pt x="1571" y="3265"/>
                    </a:lnTo>
                    <a:lnTo>
                      <a:pt x="1570" y="3265"/>
                    </a:lnTo>
                    <a:lnTo>
                      <a:pt x="1566" y="3265"/>
                    </a:lnTo>
                    <a:lnTo>
                      <a:pt x="1560" y="3265"/>
                    </a:lnTo>
                    <a:lnTo>
                      <a:pt x="1555" y="3265"/>
                    </a:lnTo>
                    <a:lnTo>
                      <a:pt x="1550" y="3265"/>
                    </a:lnTo>
                    <a:lnTo>
                      <a:pt x="1545" y="3265"/>
                    </a:lnTo>
                    <a:lnTo>
                      <a:pt x="1540" y="3265"/>
                    </a:lnTo>
                    <a:lnTo>
                      <a:pt x="1539" y="3265"/>
                    </a:lnTo>
                    <a:lnTo>
                      <a:pt x="1535" y="3265"/>
                    </a:lnTo>
                    <a:lnTo>
                      <a:pt x="1529" y="3265"/>
                    </a:lnTo>
                    <a:lnTo>
                      <a:pt x="1525" y="3265"/>
                    </a:lnTo>
                    <a:lnTo>
                      <a:pt x="1524" y="3265"/>
                    </a:lnTo>
                    <a:lnTo>
                      <a:pt x="1519" y="3265"/>
                    </a:lnTo>
                    <a:lnTo>
                      <a:pt x="1514" y="3265"/>
                    </a:lnTo>
                    <a:lnTo>
                      <a:pt x="1509" y="3265"/>
                    </a:lnTo>
                    <a:lnTo>
                      <a:pt x="1508" y="3265"/>
                    </a:lnTo>
                    <a:lnTo>
                      <a:pt x="1504" y="3265"/>
                    </a:lnTo>
                    <a:lnTo>
                      <a:pt x="1498" y="3265"/>
                    </a:lnTo>
                    <a:lnTo>
                      <a:pt x="1494" y="3265"/>
                    </a:lnTo>
                    <a:lnTo>
                      <a:pt x="1493" y="3265"/>
                    </a:lnTo>
                    <a:lnTo>
                      <a:pt x="1488" y="3265"/>
                    </a:lnTo>
                    <a:lnTo>
                      <a:pt x="1483" y="3265"/>
                    </a:lnTo>
                    <a:lnTo>
                      <a:pt x="1478" y="3265"/>
                    </a:lnTo>
                    <a:lnTo>
                      <a:pt x="1477" y="3265"/>
                    </a:lnTo>
                    <a:lnTo>
                      <a:pt x="1473" y="3265"/>
                    </a:lnTo>
                    <a:lnTo>
                      <a:pt x="1467" y="3265"/>
                    </a:lnTo>
                    <a:lnTo>
                      <a:pt x="1463" y="3265"/>
                    </a:lnTo>
                    <a:lnTo>
                      <a:pt x="1462" y="3265"/>
                    </a:lnTo>
                    <a:lnTo>
                      <a:pt x="1457" y="3265"/>
                    </a:lnTo>
                    <a:lnTo>
                      <a:pt x="1452" y="3265"/>
                    </a:lnTo>
                    <a:lnTo>
                      <a:pt x="1446" y="3265"/>
                    </a:lnTo>
                    <a:lnTo>
                      <a:pt x="1442" y="3265"/>
                    </a:lnTo>
                    <a:lnTo>
                      <a:pt x="1266" y="3265"/>
                    </a:lnTo>
                    <a:lnTo>
                      <a:pt x="1345" y="3830"/>
                    </a:lnTo>
                    <a:lnTo>
                      <a:pt x="1294" y="3911"/>
                    </a:lnTo>
                    <a:lnTo>
                      <a:pt x="1345" y="3977"/>
                    </a:lnTo>
                    <a:lnTo>
                      <a:pt x="1117" y="4116"/>
                    </a:lnTo>
                    <a:lnTo>
                      <a:pt x="1112" y="4144"/>
                    </a:lnTo>
                    <a:lnTo>
                      <a:pt x="1106" y="4173"/>
                    </a:lnTo>
                    <a:lnTo>
                      <a:pt x="1103" y="4201"/>
                    </a:lnTo>
                    <a:lnTo>
                      <a:pt x="1099" y="4228"/>
                    </a:lnTo>
                    <a:lnTo>
                      <a:pt x="1097" y="4255"/>
                    </a:lnTo>
                    <a:lnTo>
                      <a:pt x="1096" y="4281"/>
                    </a:lnTo>
                    <a:lnTo>
                      <a:pt x="1096" y="4308"/>
                    </a:lnTo>
                    <a:lnTo>
                      <a:pt x="1096" y="4333"/>
                    </a:lnTo>
                    <a:lnTo>
                      <a:pt x="1097" y="4359"/>
                    </a:lnTo>
                    <a:lnTo>
                      <a:pt x="1098" y="4383"/>
                    </a:lnTo>
                    <a:lnTo>
                      <a:pt x="1100" y="4407"/>
                    </a:lnTo>
                    <a:lnTo>
                      <a:pt x="1104" y="4432"/>
                    </a:lnTo>
                    <a:lnTo>
                      <a:pt x="1112" y="4478"/>
                    </a:lnTo>
                    <a:lnTo>
                      <a:pt x="1121" y="4523"/>
                    </a:lnTo>
                    <a:lnTo>
                      <a:pt x="1133" y="4568"/>
                    </a:lnTo>
                    <a:lnTo>
                      <a:pt x="1147" y="4611"/>
                    </a:lnTo>
                    <a:lnTo>
                      <a:pt x="1162" y="4653"/>
                    </a:lnTo>
                    <a:lnTo>
                      <a:pt x="1179" y="4694"/>
                    </a:lnTo>
                    <a:lnTo>
                      <a:pt x="1198" y="4733"/>
                    </a:lnTo>
                    <a:lnTo>
                      <a:pt x="1218" y="4772"/>
                    </a:lnTo>
                    <a:lnTo>
                      <a:pt x="1238" y="4812"/>
                    </a:lnTo>
                    <a:lnTo>
                      <a:pt x="1259" y="4849"/>
                    </a:lnTo>
                    <a:lnTo>
                      <a:pt x="774" y="4849"/>
                    </a:lnTo>
                    <a:lnTo>
                      <a:pt x="774" y="2135"/>
                    </a:lnTo>
                    <a:lnTo>
                      <a:pt x="2185" y="2135"/>
                    </a:lnTo>
                    <a:lnTo>
                      <a:pt x="2185" y="4849"/>
                    </a:lnTo>
                    <a:lnTo>
                      <a:pt x="1780" y="4849"/>
                    </a:lnTo>
                    <a:lnTo>
                      <a:pt x="1801" y="4812"/>
                    </a:lnTo>
                    <a:lnTo>
                      <a:pt x="1821" y="4772"/>
                    </a:lnTo>
                    <a:lnTo>
                      <a:pt x="1841" y="4733"/>
                    </a:lnTo>
                    <a:lnTo>
                      <a:pt x="1859" y="4694"/>
                    </a:lnTo>
                    <a:lnTo>
                      <a:pt x="1876" y="4653"/>
                    </a:lnTo>
                    <a:lnTo>
                      <a:pt x="1892" y="4611"/>
                    </a:lnTo>
                    <a:lnTo>
                      <a:pt x="1905" y="4568"/>
                    </a:lnTo>
                    <a:lnTo>
                      <a:pt x="1917" y="4523"/>
                    </a:lnTo>
                    <a:lnTo>
                      <a:pt x="1927" y="4478"/>
                    </a:lnTo>
                    <a:lnTo>
                      <a:pt x="1935" y="4432"/>
                    </a:lnTo>
                    <a:lnTo>
                      <a:pt x="1938" y="4407"/>
                    </a:lnTo>
                    <a:lnTo>
                      <a:pt x="1941" y="4383"/>
                    </a:lnTo>
                    <a:lnTo>
                      <a:pt x="1942" y="4359"/>
                    </a:lnTo>
                    <a:lnTo>
                      <a:pt x="1943" y="4333"/>
                    </a:lnTo>
                    <a:lnTo>
                      <a:pt x="1943" y="4308"/>
                    </a:lnTo>
                    <a:lnTo>
                      <a:pt x="1942" y="4281"/>
                    </a:lnTo>
                    <a:lnTo>
                      <a:pt x="1941" y="4255"/>
                    </a:lnTo>
                    <a:lnTo>
                      <a:pt x="1938" y="4228"/>
                    </a:lnTo>
                    <a:lnTo>
                      <a:pt x="1936" y="4201"/>
                    </a:lnTo>
                    <a:lnTo>
                      <a:pt x="1932" y="4173"/>
                    </a:lnTo>
                    <a:lnTo>
                      <a:pt x="1927" y="4144"/>
                    </a:lnTo>
                    <a:lnTo>
                      <a:pt x="1922" y="4116"/>
                    </a:lnTo>
                    <a:lnTo>
                      <a:pt x="1694" y="3977"/>
                    </a:lnTo>
                    <a:lnTo>
                      <a:pt x="1745" y="3911"/>
                    </a:lnTo>
                    <a:lnTo>
                      <a:pt x="1694" y="3830"/>
                    </a:lnTo>
                    <a:lnTo>
                      <a:pt x="1771" y="3265"/>
                    </a:lnTo>
                    <a:lnTo>
                      <a:pt x="1597" y="3265"/>
                    </a:lnTo>
                    <a:close/>
                    <a:moveTo>
                      <a:pt x="4819" y="863"/>
                    </a:moveTo>
                    <a:lnTo>
                      <a:pt x="4819" y="1057"/>
                    </a:lnTo>
                    <a:lnTo>
                      <a:pt x="3585" y="1057"/>
                    </a:lnTo>
                    <a:lnTo>
                      <a:pt x="3585" y="863"/>
                    </a:lnTo>
                    <a:lnTo>
                      <a:pt x="4819" y="863"/>
                    </a:lnTo>
                    <a:close/>
                    <a:moveTo>
                      <a:pt x="5002" y="1108"/>
                    </a:moveTo>
                    <a:lnTo>
                      <a:pt x="5002" y="1379"/>
                    </a:lnTo>
                    <a:lnTo>
                      <a:pt x="3769" y="1379"/>
                    </a:lnTo>
                    <a:lnTo>
                      <a:pt x="3769" y="1108"/>
                    </a:lnTo>
                    <a:lnTo>
                      <a:pt x="5002" y="1108"/>
                    </a:lnTo>
                    <a:close/>
                    <a:moveTo>
                      <a:pt x="4891" y="1429"/>
                    </a:moveTo>
                    <a:lnTo>
                      <a:pt x="4891" y="1623"/>
                    </a:lnTo>
                    <a:lnTo>
                      <a:pt x="3657" y="1623"/>
                    </a:lnTo>
                    <a:lnTo>
                      <a:pt x="3657" y="1429"/>
                    </a:lnTo>
                    <a:lnTo>
                      <a:pt x="4891" y="1429"/>
                    </a:lnTo>
                    <a:close/>
                    <a:moveTo>
                      <a:pt x="4977" y="1659"/>
                    </a:moveTo>
                    <a:lnTo>
                      <a:pt x="4977" y="1853"/>
                    </a:lnTo>
                    <a:lnTo>
                      <a:pt x="3743" y="1853"/>
                    </a:lnTo>
                    <a:lnTo>
                      <a:pt x="3743" y="1659"/>
                    </a:lnTo>
                    <a:lnTo>
                      <a:pt x="4977" y="1659"/>
                    </a:lnTo>
                    <a:close/>
                    <a:moveTo>
                      <a:pt x="1643" y="596"/>
                    </a:moveTo>
                    <a:lnTo>
                      <a:pt x="1833" y="561"/>
                    </a:lnTo>
                    <a:lnTo>
                      <a:pt x="2061" y="1773"/>
                    </a:lnTo>
                    <a:lnTo>
                      <a:pt x="1871" y="1809"/>
                    </a:lnTo>
                    <a:lnTo>
                      <a:pt x="1643" y="596"/>
                    </a:lnTo>
                    <a:close/>
                    <a:moveTo>
                      <a:pt x="1388" y="596"/>
                    </a:moveTo>
                    <a:lnTo>
                      <a:pt x="1579" y="561"/>
                    </a:lnTo>
                    <a:lnTo>
                      <a:pt x="1807" y="1773"/>
                    </a:lnTo>
                    <a:lnTo>
                      <a:pt x="1616" y="1809"/>
                    </a:lnTo>
                    <a:lnTo>
                      <a:pt x="1388" y="596"/>
                    </a:lnTo>
                    <a:close/>
                    <a:moveTo>
                      <a:pt x="1134" y="596"/>
                    </a:moveTo>
                    <a:lnTo>
                      <a:pt x="1324" y="561"/>
                    </a:lnTo>
                    <a:lnTo>
                      <a:pt x="1551" y="1773"/>
                    </a:lnTo>
                    <a:lnTo>
                      <a:pt x="1361" y="1809"/>
                    </a:lnTo>
                    <a:lnTo>
                      <a:pt x="1134" y="596"/>
                    </a:lnTo>
                    <a:close/>
                    <a:moveTo>
                      <a:pt x="884" y="568"/>
                    </a:moveTo>
                    <a:lnTo>
                      <a:pt x="1077" y="568"/>
                    </a:lnTo>
                    <a:lnTo>
                      <a:pt x="1077" y="1802"/>
                    </a:lnTo>
                    <a:lnTo>
                      <a:pt x="884" y="1802"/>
                    </a:lnTo>
                    <a:lnTo>
                      <a:pt x="884" y="568"/>
                    </a:lnTo>
                    <a:close/>
                    <a:moveTo>
                      <a:pt x="3540" y="2418"/>
                    </a:moveTo>
                    <a:lnTo>
                      <a:pt x="3807" y="2354"/>
                    </a:lnTo>
                    <a:lnTo>
                      <a:pt x="4033" y="3306"/>
                    </a:lnTo>
                    <a:lnTo>
                      <a:pt x="3765" y="3369"/>
                    </a:lnTo>
                    <a:lnTo>
                      <a:pt x="3540" y="2418"/>
                    </a:lnTo>
                    <a:close/>
                    <a:moveTo>
                      <a:pt x="3622" y="2531"/>
                    </a:moveTo>
                    <a:lnTo>
                      <a:pt x="3639" y="2606"/>
                    </a:lnTo>
                    <a:lnTo>
                      <a:pt x="3791" y="2570"/>
                    </a:lnTo>
                    <a:lnTo>
                      <a:pt x="3773" y="2496"/>
                    </a:lnTo>
                    <a:lnTo>
                      <a:pt x="3622" y="2531"/>
                    </a:lnTo>
                    <a:close/>
                    <a:moveTo>
                      <a:pt x="3739" y="3028"/>
                    </a:moveTo>
                    <a:lnTo>
                      <a:pt x="3776" y="3184"/>
                    </a:lnTo>
                    <a:lnTo>
                      <a:pt x="3928" y="3148"/>
                    </a:lnTo>
                    <a:lnTo>
                      <a:pt x="3890" y="2991"/>
                    </a:lnTo>
                    <a:lnTo>
                      <a:pt x="3739" y="3028"/>
                    </a:lnTo>
                    <a:close/>
                    <a:moveTo>
                      <a:pt x="3193" y="2418"/>
                    </a:moveTo>
                    <a:lnTo>
                      <a:pt x="3418" y="3369"/>
                    </a:lnTo>
                    <a:lnTo>
                      <a:pt x="3687" y="3306"/>
                    </a:lnTo>
                    <a:lnTo>
                      <a:pt x="3461" y="2354"/>
                    </a:lnTo>
                    <a:lnTo>
                      <a:pt x="3193" y="2418"/>
                    </a:lnTo>
                    <a:close/>
                    <a:moveTo>
                      <a:pt x="3276" y="2531"/>
                    </a:moveTo>
                    <a:lnTo>
                      <a:pt x="3426" y="2496"/>
                    </a:lnTo>
                    <a:lnTo>
                      <a:pt x="3444" y="2570"/>
                    </a:lnTo>
                    <a:lnTo>
                      <a:pt x="3292" y="2606"/>
                    </a:lnTo>
                    <a:lnTo>
                      <a:pt x="3276" y="2531"/>
                    </a:lnTo>
                    <a:close/>
                    <a:moveTo>
                      <a:pt x="3393" y="3028"/>
                    </a:moveTo>
                    <a:lnTo>
                      <a:pt x="3429" y="3184"/>
                    </a:lnTo>
                    <a:lnTo>
                      <a:pt x="3581" y="3148"/>
                    </a:lnTo>
                    <a:lnTo>
                      <a:pt x="3544" y="2991"/>
                    </a:lnTo>
                    <a:lnTo>
                      <a:pt x="3393" y="3028"/>
                    </a:lnTo>
                    <a:close/>
                    <a:moveTo>
                      <a:pt x="2841" y="2418"/>
                    </a:moveTo>
                    <a:lnTo>
                      <a:pt x="3109" y="2354"/>
                    </a:lnTo>
                    <a:lnTo>
                      <a:pt x="3335" y="3306"/>
                    </a:lnTo>
                    <a:lnTo>
                      <a:pt x="3067" y="3369"/>
                    </a:lnTo>
                    <a:lnTo>
                      <a:pt x="2841" y="2418"/>
                    </a:lnTo>
                    <a:close/>
                    <a:moveTo>
                      <a:pt x="2923" y="2531"/>
                    </a:moveTo>
                    <a:lnTo>
                      <a:pt x="2941" y="2606"/>
                    </a:lnTo>
                    <a:lnTo>
                      <a:pt x="3092" y="2570"/>
                    </a:lnTo>
                    <a:lnTo>
                      <a:pt x="3075" y="2496"/>
                    </a:lnTo>
                    <a:lnTo>
                      <a:pt x="2923" y="2531"/>
                    </a:lnTo>
                    <a:close/>
                    <a:moveTo>
                      <a:pt x="3041" y="3028"/>
                    </a:moveTo>
                    <a:lnTo>
                      <a:pt x="3192" y="2991"/>
                    </a:lnTo>
                    <a:lnTo>
                      <a:pt x="3229" y="3148"/>
                    </a:lnTo>
                    <a:lnTo>
                      <a:pt x="3078" y="3184"/>
                    </a:lnTo>
                    <a:lnTo>
                      <a:pt x="3041" y="3028"/>
                    </a:lnTo>
                    <a:close/>
                    <a:moveTo>
                      <a:pt x="2553" y="2372"/>
                    </a:moveTo>
                    <a:lnTo>
                      <a:pt x="2828" y="2372"/>
                    </a:lnTo>
                    <a:lnTo>
                      <a:pt x="2828" y="3352"/>
                    </a:lnTo>
                    <a:lnTo>
                      <a:pt x="2553" y="3352"/>
                    </a:lnTo>
                    <a:lnTo>
                      <a:pt x="2553" y="2372"/>
                    </a:lnTo>
                    <a:close/>
                    <a:moveTo>
                      <a:pt x="2606" y="2503"/>
                    </a:moveTo>
                    <a:lnTo>
                      <a:pt x="2606" y="2579"/>
                    </a:lnTo>
                    <a:lnTo>
                      <a:pt x="2762" y="2579"/>
                    </a:lnTo>
                    <a:lnTo>
                      <a:pt x="2762" y="2503"/>
                    </a:lnTo>
                    <a:lnTo>
                      <a:pt x="2606" y="2503"/>
                    </a:lnTo>
                    <a:close/>
                    <a:moveTo>
                      <a:pt x="2606" y="3012"/>
                    </a:moveTo>
                    <a:lnTo>
                      <a:pt x="2606" y="3173"/>
                    </a:lnTo>
                    <a:lnTo>
                      <a:pt x="2762" y="3173"/>
                    </a:lnTo>
                    <a:lnTo>
                      <a:pt x="2762" y="3012"/>
                    </a:lnTo>
                    <a:lnTo>
                      <a:pt x="2606" y="3012"/>
                    </a:lnTo>
                    <a:close/>
                    <a:moveTo>
                      <a:pt x="5555" y="151"/>
                    </a:moveTo>
                    <a:lnTo>
                      <a:pt x="5555" y="374"/>
                    </a:lnTo>
                    <a:lnTo>
                      <a:pt x="5555" y="4849"/>
                    </a:lnTo>
                    <a:lnTo>
                      <a:pt x="5871" y="4849"/>
                    </a:lnTo>
                    <a:lnTo>
                      <a:pt x="5871" y="5585"/>
                    </a:lnTo>
                    <a:lnTo>
                      <a:pt x="0" y="5585"/>
                    </a:lnTo>
                    <a:lnTo>
                      <a:pt x="0" y="4849"/>
                    </a:lnTo>
                    <a:lnTo>
                      <a:pt x="326" y="4849"/>
                    </a:lnTo>
                    <a:lnTo>
                      <a:pt x="326" y="374"/>
                    </a:lnTo>
                    <a:lnTo>
                      <a:pt x="326" y="151"/>
                    </a:lnTo>
                    <a:lnTo>
                      <a:pt x="326" y="0"/>
                    </a:lnTo>
                    <a:lnTo>
                      <a:pt x="5555" y="0"/>
                    </a:lnTo>
                    <a:lnTo>
                      <a:pt x="5555" y="151"/>
                    </a:lnTo>
                    <a:close/>
                    <a:moveTo>
                      <a:pt x="2409" y="2135"/>
                    </a:moveTo>
                    <a:lnTo>
                      <a:pt x="2409" y="3385"/>
                    </a:lnTo>
                    <a:lnTo>
                      <a:pt x="5107" y="3385"/>
                    </a:lnTo>
                    <a:lnTo>
                      <a:pt x="5107" y="2135"/>
                    </a:lnTo>
                    <a:lnTo>
                      <a:pt x="2409" y="2135"/>
                    </a:lnTo>
                    <a:close/>
                    <a:moveTo>
                      <a:pt x="2409" y="3609"/>
                    </a:moveTo>
                    <a:lnTo>
                      <a:pt x="2409" y="4849"/>
                    </a:lnTo>
                    <a:lnTo>
                      <a:pt x="5107" y="4849"/>
                    </a:lnTo>
                    <a:lnTo>
                      <a:pt x="5107" y="3609"/>
                    </a:lnTo>
                    <a:lnTo>
                      <a:pt x="2409" y="3609"/>
                    </a:ln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3" name="文本框 40"/>
            <p:cNvSpPr txBox="1">
              <a:spLocks noChangeArrowheads="1"/>
            </p:cNvSpPr>
            <p:nvPr/>
          </p:nvSpPr>
          <p:spPr bwMode="auto">
            <a:xfrm>
              <a:off x="3274697" y="3492525"/>
              <a:ext cx="1665147" cy="564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第五部分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" y="1026795"/>
            <a:ext cx="8218805" cy="3390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t>系统分析（需求与用例）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t>- 角色：访客、注册用户、系统管理员</a:t>
            </a:r>
          </a:p>
          <a:p>
            <a:r>
              <a:t>- 访客：浏览首页推荐、分类筛选、搜索、阅读章节、查看详情</a:t>
            </a:r>
          </a:p>
          <a:p>
            <a:r>
              <a:t>- 用户：登录/注册、书架管理、阅读进度同步、阅读偏好、听书（TTS）</a:t>
            </a:r>
          </a:p>
          <a:p>
            <a:r>
              <a:t>- 管理员：用户管理、小说上架/章节维护、分类/标签、评论审核、统计与设置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t>系统设计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" y="1026795"/>
            <a:ext cx="8218805" cy="3390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t>系统设计（架构/模块/数据库）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t>- 架构：Vue 3 + Spring Boot 前后端分离，RESTful API（/api、/api/admin）</a:t>
            </a:r>
          </a:p>
          <a:p>
            <a:r>
              <a:t>- 安全：Spring Security + JWT，无状态鉴权；密码 BCrypt</a:t>
            </a:r>
          </a:p>
          <a:p>
            <a:r>
              <a:t>- 缓存：Redis 缓存热点数据与阅读进度（可选 no-redis 配置）</a:t>
            </a:r>
          </a:p>
          <a:p>
            <a:r>
              <a:t>- 数据库：MySQL 8，核心实体：小说/章节/作者/文库/标签/书架/进度/偏好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系统实现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3350" y="925195"/>
            <a:ext cx="8218805" cy="3390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t>系统实现（核心功能）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t>- 首页聚合：特色推荐、强推榜、新书榜、热点榜、完本推荐、热门小说等</a:t>
            </a:r>
          </a:p>
          <a:p>
            <a:r>
              <a:t>- 小说详情：封面/简介/标签/目录；加入书架、送鲜花、开始阅读</a:t>
            </a:r>
          </a:p>
          <a:p>
            <a:r>
              <a:t>- 阅读页：章节加载、上下章切换、目录跳转；主题/字体/字号等阅读设置</a:t>
            </a:r>
          </a:p>
          <a:p>
            <a:r>
              <a:t>- 认证：登录/注册签发 JWT；Axios 拦截器自动携带 Authorization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t>系统测试（功能）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" y="1026795"/>
            <a:ext cx="11916410" cy="294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t>系统测试（功能测试）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t>- 登录/注册：正确/错误账号密码、必填校验、401 提示</a:t>
            </a:r>
          </a:p>
          <a:p>
            <a:r>
              <a:t>- 首页与推荐：模块数据加载、跳转详情、交互验证</a:t>
            </a:r>
          </a:p>
          <a:p>
            <a:r>
              <a:t>- 阅读链路：章节加载、翻章、阅读设置保存与应用</a:t>
            </a:r>
          </a:p>
          <a:p>
            <a:r>
              <a:t>- 书架/个人中心：加入/移出书架、资料与偏好保存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t>系统测试（非功能）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" y="1026795"/>
            <a:ext cx="11916410" cy="294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t>系统测试（非功能测试）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t>- 性能：首页聚合、列表筛选、章节接口多次请求，响应约 2–3 秒（手工观测）</a:t>
            </a:r>
          </a:p>
          <a:p>
            <a:r>
              <a:t>- 兼容性：Chrome/Edge/Firefox/360/搜狗/UC 等主要页面展示与操作正常</a:t>
            </a:r>
          </a:p>
          <a:p>
            <a:r>
              <a:t>- 安全：未登录访问受保护接口返回 401；后台接口权限隔离（403）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843" name="组合 2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4" name="椭圆 3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" name="椭圆 4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35866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</p:grpSp>
      <p:sp>
        <p:nvSpPr>
          <p:cNvPr id="35844" name="文本框 6"/>
          <p:cNvSpPr txBox="1">
            <a:spLocks noChangeArrowheads="1"/>
          </p:cNvSpPr>
          <p:nvPr/>
        </p:nvSpPr>
        <p:spPr bwMode="auto">
          <a:xfrm>
            <a:off x="773113" y="6189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4B649F"/>
                </a:solidFill>
              </a:rPr>
              <a:t>特色与创新</a:t>
            </a:r>
            <a:endParaRPr lang="zh-CN" altLang="en-US" b="1" dirty="0">
              <a:solidFill>
                <a:srgbClr val="4B649F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t>特色与创新</a:t>
            </a:r>
            <a:endParaRPr lang="zh-CN" altLang="en-US" noProof="1"/>
          </a:p>
          <a:p>
            <a:r>
              <a:t>- 前后端分离 + RESTful：界面与业务解耦，便于迭代与扩展</a:t>
            </a:r>
          </a:p>
          <a:p>
            <a:r>
              <a:t>- JWT 无状态鉴权 + Spring Security：接口权限清晰、跨端友好</a:t>
            </a:r>
          </a:p>
          <a:p>
            <a:r>
              <a:t>- Redis 缓存热点：降低数据库压力，提升首页/榜单等高频访问体验</a:t>
            </a:r>
          </a:p>
          <a:p>
            <a:r>
              <a:t>- 百度语音合成（TTS）：实现“看书 + 听书”场景，提升无障碍体验</a:t>
            </a:r>
          </a:p>
          <a:p>
            <a:r>
              <a:t>- 配置驱动榜单/推荐位：通过配置表维护展示顺序，运营维护成本低</a:t>
            </a:r>
          </a:p>
        </p:txBody>
      </p:sp>
      <p:sp>
        <p:nvSpPr>
          <p:cNvPr id="32" name="任意多边形 31"/>
          <p:cNvSpPr/>
          <p:nvPr/>
        </p:nvSpPr>
        <p:spPr>
          <a:xfrm>
            <a:off x="0" y="2736850"/>
            <a:ext cx="844550" cy="1689100"/>
          </a:xfrm>
          <a:custGeom>
            <a:avLst/>
            <a:gdLst>
              <a:gd name="connsiteX0" fmla="*/ 0 w 844443"/>
              <a:gd name="connsiteY0" fmla="*/ 0 h 1688886"/>
              <a:gd name="connsiteX1" fmla="*/ 844443 w 844443"/>
              <a:gd name="connsiteY1" fmla="*/ 844443 h 1688886"/>
              <a:gd name="connsiteX2" fmla="*/ 0 w 844443"/>
              <a:gd name="connsiteY2" fmla="*/ 1688886 h 168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4443" h="1688886">
                <a:moveTo>
                  <a:pt x="0" y="0"/>
                </a:moveTo>
                <a:cubicBezTo>
                  <a:pt x="466373" y="0"/>
                  <a:pt x="844443" y="378070"/>
                  <a:pt x="844443" y="844443"/>
                </a:cubicBezTo>
                <a:cubicBezTo>
                  <a:pt x="844443" y="1310816"/>
                  <a:pt x="466373" y="1688886"/>
                  <a:pt x="0" y="1688886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>
              <a:cs typeface="+mn-ea"/>
              <a:sym typeface="+mn-lt"/>
            </a:endParaRPr>
          </a:p>
        </p:txBody>
      </p:sp>
      <p:sp>
        <p:nvSpPr>
          <p:cNvPr id="33" name="任意多边形 32"/>
          <p:cNvSpPr/>
          <p:nvPr/>
        </p:nvSpPr>
        <p:spPr>
          <a:xfrm flipH="1">
            <a:off x="11345863" y="2736850"/>
            <a:ext cx="844550" cy="1689100"/>
          </a:xfrm>
          <a:custGeom>
            <a:avLst/>
            <a:gdLst>
              <a:gd name="connsiteX0" fmla="*/ 0 w 844443"/>
              <a:gd name="connsiteY0" fmla="*/ 0 h 1688886"/>
              <a:gd name="connsiteX1" fmla="*/ 844443 w 844443"/>
              <a:gd name="connsiteY1" fmla="*/ 844443 h 1688886"/>
              <a:gd name="connsiteX2" fmla="*/ 0 w 844443"/>
              <a:gd name="connsiteY2" fmla="*/ 1688886 h 168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4443" h="1688886">
                <a:moveTo>
                  <a:pt x="0" y="0"/>
                </a:moveTo>
                <a:cubicBezTo>
                  <a:pt x="466373" y="0"/>
                  <a:pt x="844443" y="378070"/>
                  <a:pt x="844443" y="844443"/>
                </a:cubicBezTo>
                <a:cubicBezTo>
                  <a:pt x="844443" y="1310816"/>
                  <a:pt x="466373" y="1688886"/>
                  <a:pt x="0" y="1688886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不足与改进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t>不足与改进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r>
              <a:t>- 管理端部分模块（统计/系统设置等）当前以占位或待完善为主</a:t>
            </a:r>
          </a:p>
          <a:p>
            <a:r>
              <a:t>- 推荐以配置驱动为主，后续可引入基于标签/行为的个性化推荐</a:t>
            </a:r>
          </a:p>
          <a:p>
            <a:r>
              <a:t>- 听书可扩展：音色/语速、长文本分片、断点续播与缓存策略</a:t>
            </a:r>
          </a:p>
          <a:p>
            <a:r>
              <a:t>- 补充自动化与压力测试：JMeter/接口测试/端到端回归，提高质量与可靠性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33350" y="973455"/>
            <a:ext cx="11916410" cy="294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t>不足与改进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t>- 管理端部分模块（统计/系统设置等）当前以占位或待完善为主</a:t>
            </a:r>
          </a:p>
          <a:p>
            <a:r>
              <a:t>- 推荐以配置驱动为主，后续可引入基于标签/行为的个性化推荐</a:t>
            </a:r>
          </a:p>
          <a:p>
            <a:r>
              <a:t>- 听书可扩展：音色/语速、长文本分片、断点续播与缓存策略</a:t>
            </a:r>
          </a:p>
          <a:p>
            <a:r>
              <a:t>- 补充自动化与压力测试：JMeter/接口测试/端到端回归，提高质量与可靠性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图片 6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5200650"/>
            <a:ext cx="586581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任意多边形 47"/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" name="椭圆 9"/>
          <p:cNvSpPr/>
          <p:nvPr/>
        </p:nvSpPr>
        <p:spPr>
          <a:xfrm>
            <a:off x="323850" y="247650"/>
            <a:ext cx="1333500" cy="1333500"/>
          </a:xfrm>
          <a:prstGeom prst="ellipse">
            <a:avLst/>
          </a:prstGeom>
          <a:solidFill>
            <a:srgbClr val="CCE8CF"/>
          </a:solidFill>
          <a:ln w="381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grpSp>
        <p:nvGrpSpPr>
          <p:cNvPr id="62" name="组合 61"/>
          <p:cNvGrpSpPr/>
          <p:nvPr/>
        </p:nvGrpSpPr>
        <p:grpSpPr>
          <a:xfrm>
            <a:off x="475624" y="571426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55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6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7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8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9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0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1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</p:grpSp>
      <p:sp>
        <p:nvSpPr>
          <p:cNvPr id="50187" name="文本框 1066"/>
          <p:cNvSpPr txBox="1">
            <a:spLocks noChangeArrowheads="1"/>
          </p:cNvSpPr>
          <p:nvPr/>
        </p:nvSpPr>
        <p:spPr bwMode="auto">
          <a:xfrm>
            <a:off x="1766888" y="598488"/>
            <a:ext cx="10054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</a:rPr>
              <a:t>致谢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171190" y="1854200"/>
            <a:ext cx="7291705" cy="645160"/>
            <a:chOff x="4994" y="2920"/>
            <a:chExt cx="11483" cy="1016"/>
          </a:xfrm>
        </p:grpSpPr>
        <p:pic>
          <p:nvPicPr>
            <p:cNvPr id="2" name="图形 1" descr="铅笔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94" y="3124"/>
              <a:ext cx="608" cy="608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5863" y="2920"/>
              <a:ext cx="10615" cy="101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hangingPunct="0"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感谢广州软件学院</a:t>
              </a:r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 </a:t>
              </a: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软件工程系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171190" y="3049270"/>
            <a:ext cx="6649085" cy="386080"/>
            <a:chOff x="4994" y="4616"/>
            <a:chExt cx="10471" cy="608"/>
          </a:xfrm>
        </p:grpSpPr>
        <p:pic>
          <p:nvPicPr>
            <p:cNvPr id="4" name="图形 3" descr="铅笔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94" y="4616"/>
              <a:ext cx="608" cy="608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5863" y="4622"/>
              <a:ext cx="9602" cy="5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8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感谢我的指导老师</a:t>
              </a:r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*******</a:t>
              </a: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老师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171190" y="3985260"/>
            <a:ext cx="8691245" cy="386080"/>
            <a:chOff x="4994" y="6147"/>
            <a:chExt cx="13687" cy="608"/>
          </a:xfrm>
        </p:grpSpPr>
        <p:pic>
          <p:nvPicPr>
            <p:cNvPr id="6" name="图形 5" descr="铅笔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94" y="6147"/>
              <a:ext cx="608" cy="608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5863" y="6153"/>
              <a:ext cx="12819" cy="5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8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感谢四年来与我共同生活和成长的各位同学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222625" y="4921250"/>
            <a:ext cx="4378960" cy="386080"/>
            <a:chOff x="5075" y="7749"/>
            <a:chExt cx="6896" cy="608"/>
          </a:xfrm>
        </p:grpSpPr>
        <p:pic>
          <p:nvPicPr>
            <p:cNvPr id="8" name="图形 7" descr="铅笔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75" y="7749"/>
              <a:ext cx="608" cy="608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5863" y="7755"/>
              <a:ext cx="6109" cy="5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8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感谢各位评委老师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图片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5200650"/>
            <a:ext cx="586581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任意多边形 47"/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" name="椭圆 9"/>
          <p:cNvSpPr/>
          <p:nvPr/>
        </p:nvSpPr>
        <p:spPr>
          <a:xfrm>
            <a:off x="323850" y="247650"/>
            <a:ext cx="1333500" cy="1333500"/>
          </a:xfrm>
          <a:prstGeom prst="ellipse">
            <a:avLst/>
          </a:prstGeom>
          <a:solidFill>
            <a:srgbClr val="CCE8CF"/>
          </a:solidFill>
          <a:ln w="381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grpSp>
        <p:nvGrpSpPr>
          <p:cNvPr id="62" name="组合 61"/>
          <p:cNvGrpSpPr/>
          <p:nvPr/>
        </p:nvGrpSpPr>
        <p:grpSpPr>
          <a:xfrm>
            <a:off x="475624" y="571426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55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6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7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8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9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0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1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</p:grpSp>
      <p:sp>
        <p:nvSpPr>
          <p:cNvPr id="50182" name="文本框 62"/>
          <p:cNvSpPr txBox="1">
            <a:spLocks noChangeArrowheads="1"/>
          </p:cNvSpPr>
          <p:nvPr/>
        </p:nvSpPr>
        <p:spPr bwMode="auto">
          <a:xfrm>
            <a:off x="3434411" y="2843212"/>
            <a:ext cx="574227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4B649F"/>
                </a:solidFill>
              </a:rPr>
              <a:t>展示完毕  感谢您的聆听 </a:t>
            </a:r>
            <a:endParaRPr lang="zh-CN" altLang="en-US" sz="4000" b="1" dirty="0">
              <a:solidFill>
                <a:srgbClr val="4B649F"/>
              </a:solidFill>
            </a:endParaRPr>
          </a:p>
        </p:txBody>
      </p:sp>
      <p:grpSp>
        <p:nvGrpSpPr>
          <p:cNvPr id="50183" name="组合 1026"/>
          <p:cNvGrpSpPr/>
          <p:nvPr/>
        </p:nvGrpSpPr>
        <p:grpSpPr bwMode="auto">
          <a:xfrm>
            <a:off x="3481388" y="3911600"/>
            <a:ext cx="315913" cy="317500"/>
            <a:chOff x="2724480" y="3856218"/>
            <a:chExt cx="317004" cy="317004"/>
          </a:xfrm>
        </p:grpSpPr>
        <p:sp>
          <p:nvSpPr>
            <p:cNvPr id="1024" name="椭圆 1023"/>
            <p:cNvSpPr/>
            <p:nvPr/>
          </p:nvSpPr>
          <p:spPr>
            <a:xfrm>
              <a:off x="2724480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3" name="KSO_Shape"/>
            <p:cNvSpPr/>
            <p:nvPr/>
          </p:nvSpPr>
          <p:spPr bwMode="auto">
            <a:xfrm>
              <a:off x="2799351" y="3908524"/>
              <a:ext cx="167263" cy="212393"/>
            </a:xfrm>
            <a:custGeom>
              <a:avLst/>
              <a:gdLst>
                <a:gd name="T0" fmla="*/ 646796 w 5367"/>
                <a:gd name="T1" fmla="*/ 843536 h 6897"/>
                <a:gd name="T2" fmla="*/ 520861 w 5367"/>
                <a:gd name="T3" fmla="*/ 880824 h 6897"/>
                <a:gd name="T4" fmla="*/ 403764 w 5367"/>
                <a:gd name="T5" fmla="*/ 946285 h 6897"/>
                <a:gd name="T6" fmla="*/ 297714 w 5367"/>
                <a:gd name="T7" fmla="*/ 1036605 h 6897"/>
                <a:gd name="T8" fmla="*/ 204644 w 5367"/>
                <a:gd name="T9" fmla="*/ 1149850 h 6897"/>
                <a:gd name="T10" fmla="*/ 126487 w 5367"/>
                <a:gd name="T11" fmla="*/ 1282429 h 6897"/>
                <a:gd name="T12" fmla="*/ 65729 w 5367"/>
                <a:gd name="T13" fmla="*/ 1432134 h 6897"/>
                <a:gd name="T14" fmla="*/ 23475 w 5367"/>
                <a:gd name="T15" fmla="*/ 1595648 h 6897"/>
                <a:gd name="T16" fmla="*/ 2209 w 5367"/>
                <a:gd name="T17" fmla="*/ 1771316 h 6897"/>
                <a:gd name="T18" fmla="*/ 1481389 w 5367"/>
                <a:gd name="T19" fmla="*/ 1905000 h 6897"/>
                <a:gd name="T20" fmla="*/ 1480009 w 5367"/>
                <a:gd name="T21" fmla="*/ 1771316 h 6897"/>
                <a:gd name="T22" fmla="*/ 1459020 w 5367"/>
                <a:gd name="T23" fmla="*/ 1595648 h 6897"/>
                <a:gd name="T24" fmla="*/ 1417041 w 5367"/>
                <a:gd name="T25" fmla="*/ 1432134 h 6897"/>
                <a:gd name="T26" fmla="*/ 1355731 w 5367"/>
                <a:gd name="T27" fmla="*/ 1282429 h 6897"/>
                <a:gd name="T28" fmla="*/ 1277850 w 5367"/>
                <a:gd name="T29" fmla="*/ 1149850 h 6897"/>
                <a:gd name="T30" fmla="*/ 1184780 w 5367"/>
                <a:gd name="T31" fmla="*/ 1036605 h 6897"/>
                <a:gd name="T32" fmla="*/ 1078730 w 5367"/>
                <a:gd name="T33" fmla="*/ 946285 h 6897"/>
                <a:gd name="T34" fmla="*/ 961633 w 5367"/>
                <a:gd name="T35" fmla="*/ 880824 h 6897"/>
                <a:gd name="T36" fmla="*/ 835422 w 5367"/>
                <a:gd name="T37" fmla="*/ 843536 h 6897"/>
                <a:gd name="T38" fmla="*/ 747875 w 5367"/>
                <a:gd name="T39" fmla="*/ 731120 h 6897"/>
                <a:gd name="T40" fmla="*/ 805043 w 5367"/>
                <a:gd name="T41" fmla="*/ 726701 h 6897"/>
                <a:gd name="T42" fmla="*/ 868286 w 5367"/>
                <a:gd name="T43" fmla="*/ 711786 h 6897"/>
                <a:gd name="T44" fmla="*/ 926559 w 5367"/>
                <a:gd name="T45" fmla="*/ 686927 h 6897"/>
                <a:gd name="T46" fmla="*/ 979032 w 5367"/>
                <a:gd name="T47" fmla="*/ 653230 h 6897"/>
                <a:gd name="T48" fmla="*/ 1024876 w 5367"/>
                <a:gd name="T49" fmla="*/ 611246 h 6897"/>
                <a:gd name="T50" fmla="*/ 1063264 w 5367"/>
                <a:gd name="T51" fmla="*/ 562358 h 6897"/>
                <a:gd name="T52" fmla="*/ 1092815 w 5367"/>
                <a:gd name="T53" fmla="*/ 507945 h 6897"/>
                <a:gd name="T54" fmla="*/ 1112699 w 5367"/>
                <a:gd name="T55" fmla="*/ 448008 h 6897"/>
                <a:gd name="T56" fmla="*/ 1121813 w 5367"/>
                <a:gd name="T57" fmla="*/ 384204 h 6897"/>
                <a:gd name="T58" fmla="*/ 1120432 w 5367"/>
                <a:gd name="T59" fmla="*/ 328134 h 6897"/>
                <a:gd name="T60" fmla="*/ 1108004 w 5367"/>
                <a:gd name="T61" fmla="*/ 265711 h 6897"/>
                <a:gd name="T62" fmla="*/ 1085358 w 5367"/>
                <a:gd name="T63" fmla="*/ 207155 h 6897"/>
                <a:gd name="T64" fmla="*/ 1053322 w 5367"/>
                <a:gd name="T65" fmla="*/ 153847 h 6897"/>
                <a:gd name="T66" fmla="*/ 1012725 w 5367"/>
                <a:gd name="T67" fmla="*/ 107168 h 6897"/>
                <a:gd name="T68" fmla="*/ 964671 w 5367"/>
                <a:gd name="T69" fmla="*/ 67395 h 6897"/>
                <a:gd name="T70" fmla="*/ 910541 w 5367"/>
                <a:gd name="T71" fmla="*/ 36183 h 6897"/>
                <a:gd name="T72" fmla="*/ 850335 w 5367"/>
                <a:gd name="T73" fmla="*/ 14087 h 6897"/>
                <a:gd name="T74" fmla="*/ 786263 w 5367"/>
                <a:gd name="T75" fmla="*/ 1933 h 6897"/>
                <a:gd name="T76" fmla="*/ 728819 w 5367"/>
                <a:gd name="T77" fmla="*/ 276 h 6897"/>
                <a:gd name="T78" fmla="*/ 663366 w 5367"/>
                <a:gd name="T79" fmla="*/ 9391 h 6897"/>
                <a:gd name="T80" fmla="*/ 602332 w 5367"/>
                <a:gd name="T81" fmla="*/ 28726 h 6897"/>
                <a:gd name="T82" fmla="*/ 546545 w 5367"/>
                <a:gd name="T83" fmla="*/ 57451 h 6897"/>
                <a:gd name="T84" fmla="*/ 496282 w 5367"/>
                <a:gd name="T85" fmla="*/ 95015 h 6897"/>
                <a:gd name="T86" fmla="*/ 453751 w 5367"/>
                <a:gd name="T87" fmla="*/ 139761 h 6897"/>
                <a:gd name="T88" fmla="*/ 418954 w 5367"/>
                <a:gd name="T89" fmla="*/ 191411 h 6897"/>
                <a:gd name="T90" fmla="*/ 393546 w 5367"/>
                <a:gd name="T91" fmla="*/ 248310 h 6897"/>
                <a:gd name="T92" fmla="*/ 378356 w 5367"/>
                <a:gd name="T93" fmla="*/ 309628 h 6897"/>
                <a:gd name="T94" fmla="*/ 373938 w 5367"/>
                <a:gd name="T95" fmla="*/ 365698 h 6897"/>
                <a:gd name="T96" fmla="*/ 380013 w 5367"/>
                <a:gd name="T97" fmla="*/ 430054 h 6897"/>
                <a:gd name="T98" fmla="*/ 396584 w 5367"/>
                <a:gd name="T99" fmla="*/ 491096 h 6897"/>
                <a:gd name="T100" fmla="*/ 423372 w 5367"/>
                <a:gd name="T101" fmla="*/ 547719 h 6897"/>
                <a:gd name="T102" fmla="*/ 459551 w 5367"/>
                <a:gd name="T103" fmla="*/ 597988 h 6897"/>
                <a:gd name="T104" fmla="*/ 503186 w 5367"/>
                <a:gd name="T105" fmla="*/ 641905 h 6897"/>
                <a:gd name="T106" fmla="*/ 554278 w 5367"/>
                <a:gd name="T107" fmla="*/ 678088 h 6897"/>
                <a:gd name="T108" fmla="*/ 610894 w 5367"/>
                <a:gd name="T109" fmla="*/ 705709 h 6897"/>
                <a:gd name="T110" fmla="*/ 672756 w 5367"/>
                <a:gd name="T111" fmla="*/ 723662 h 6897"/>
                <a:gd name="T112" fmla="*/ 738209 w 5367"/>
                <a:gd name="T113" fmla="*/ 730844 h 68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367" h="6897">
                  <a:moveTo>
                    <a:pt x="2684" y="3025"/>
                  </a:moveTo>
                  <a:lnTo>
                    <a:pt x="2684" y="3025"/>
                  </a:lnTo>
                  <a:lnTo>
                    <a:pt x="2615" y="3026"/>
                  </a:lnTo>
                  <a:lnTo>
                    <a:pt x="2545" y="3029"/>
                  </a:lnTo>
                  <a:lnTo>
                    <a:pt x="2478" y="3035"/>
                  </a:lnTo>
                  <a:lnTo>
                    <a:pt x="2409" y="3043"/>
                  </a:lnTo>
                  <a:lnTo>
                    <a:pt x="2342" y="3054"/>
                  </a:lnTo>
                  <a:lnTo>
                    <a:pt x="2275" y="3066"/>
                  </a:lnTo>
                  <a:lnTo>
                    <a:pt x="2209" y="3081"/>
                  </a:lnTo>
                  <a:lnTo>
                    <a:pt x="2143" y="3099"/>
                  </a:lnTo>
                  <a:lnTo>
                    <a:pt x="2077" y="3118"/>
                  </a:lnTo>
                  <a:lnTo>
                    <a:pt x="2013" y="3140"/>
                  </a:lnTo>
                  <a:lnTo>
                    <a:pt x="1949" y="3163"/>
                  </a:lnTo>
                  <a:lnTo>
                    <a:pt x="1886" y="3189"/>
                  </a:lnTo>
                  <a:lnTo>
                    <a:pt x="1823" y="3217"/>
                  </a:lnTo>
                  <a:lnTo>
                    <a:pt x="1761" y="3247"/>
                  </a:lnTo>
                  <a:lnTo>
                    <a:pt x="1700" y="3279"/>
                  </a:lnTo>
                  <a:lnTo>
                    <a:pt x="1639" y="3313"/>
                  </a:lnTo>
                  <a:lnTo>
                    <a:pt x="1579" y="3349"/>
                  </a:lnTo>
                  <a:lnTo>
                    <a:pt x="1521" y="3386"/>
                  </a:lnTo>
                  <a:lnTo>
                    <a:pt x="1462" y="3426"/>
                  </a:lnTo>
                  <a:lnTo>
                    <a:pt x="1405" y="3468"/>
                  </a:lnTo>
                  <a:lnTo>
                    <a:pt x="1348" y="3511"/>
                  </a:lnTo>
                  <a:lnTo>
                    <a:pt x="1293" y="3556"/>
                  </a:lnTo>
                  <a:lnTo>
                    <a:pt x="1237" y="3603"/>
                  </a:lnTo>
                  <a:lnTo>
                    <a:pt x="1183" y="3651"/>
                  </a:lnTo>
                  <a:lnTo>
                    <a:pt x="1131" y="3702"/>
                  </a:lnTo>
                  <a:lnTo>
                    <a:pt x="1078" y="3753"/>
                  </a:lnTo>
                  <a:lnTo>
                    <a:pt x="1027" y="3807"/>
                  </a:lnTo>
                  <a:lnTo>
                    <a:pt x="976" y="3863"/>
                  </a:lnTo>
                  <a:lnTo>
                    <a:pt x="927" y="3920"/>
                  </a:lnTo>
                  <a:lnTo>
                    <a:pt x="880" y="3978"/>
                  </a:lnTo>
                  <a:lnTo>
                    <a:pt x="833" y="4038"/>
                  </a:lnTo>
                  <a:lnTo>
                    <a:pt x="786" y="4100"/>
                  </a:lnTo>
                  <a:lnTo>
                    <a:pt x="741" y="4163"/>
                  </a:lnTo>
                  <a:lnTo>
                    <a:pt x="698" y="4227"/>
                  </a:lnTo>
                  <a:lnTo>
                    <a:pt x="655" y="4293"/>
                  </a:lnTo>
                  <a:lnTo>
                    <a:pt x="613" y="4361"/>
                  </a:lnTo>
                  <a:lnTo>
                    <a:pt x="573" y="4429"/>
                  </a:lnTo>
                  <a:lnTo>
                    <a:pt x="533" y="4499"/>
                  </a:lnTo>
                  <a:lnTo>
                    <a:pt x="495" y="4570"/>
                  </a:lnTo>
                  <a:lnTo>
                    <a:pt x="458" y="4643"/>
                  </a:lnTo>
                  <a:lnTo>
                    <a:pt x="423" y="4717"/>
                  </a:lnTo>
                  <a:lnTo>
                    <a:pt x="388" y="4791"/>
                  </a:lnTo>
                  <a:lnTo>
                    <a:pt x="356" y="4868"/>
                  </a:lnTo>
                  <a:lnTo>
                    <a:pt x="324" y="4945"/>
                  </a:lnTo>
                  <a:lnTo>
                    <a:pt x="294" y="5024"/>
                  </a:lnTo>
                  <a:lnTo>
                    <a:pt x="265" y="5104"/>
                  </a:lnTo>
                  <a:lnTo>
                    <a:pt x="238" y="5185"/>
                  </a:lnTo>
                  <a:lnTo>
                    <a:pt x="211" y="5266"/>
                  </a:lnTo>
                  <a:lnTo>
                    <a:pt x="186" y="5349"/>
                  </a:lnTo>
                  <a:lnTo>
                    <a:pt x="163" y="5433"/>
                  </a:lnTo>
                  <a:lnTo>
                    <a:pt x="141" y="5518"/>
                  </a:lnTo>
                  <a:lnTo>
                    <a:pt x="121" y="5603"/>
                  </a:lnTo>
                  <a:lnTo>
                    <a:pt x="102" y="5690"/>
                  </a:lnTo>
                  <a:lnTo>
                    <a:pt x="85" y="5777"/>
                  </a:lnTo>
                  <a:lnTo>
                    <a:pt x="69" y="5866"/>
                  </a:lnTo>
                  <a:lnTo>
                    <a:pt x="54" y="5955"/>
                  </a:lnTo>
                  <a:lnTo>
                    <a:pt x="42" y="6045"/>
                  </a:lnTo>
                  <a:lnTo>
                    <a:pt x="31" y="6136"/>
                  </a:lnTo>
                  <a:lnTo>
                    <a:pt x="22" y="6227"/>
                  </a:lnTo>
                  <a:lnTo>
                    <a:pt x="14" y="6319"/>
                  </a:lnTo>
                  <a:lnTo>
                    <a:pt x="8" y="6413"/>
                  </a:lnTo>
                  <a:lnTo>
                    <a:pt x="4" y="6506"/>
                  </a:lnTo>
                  <a:lnTo>
                    <a:pt x="1" y="6600"/>
                  </a:lnTo>
                  <a:lnTo>
                    <a:pt x="0" y="6695"/>
                  </a:lnTo>
                  <a:lnTo>
                    <a:pt x="1" y="6796"/>
                  </a:lnTo>
                  <a:lnTo>
                    <a:pt x="5" y="6897"/>
                  </a:lnTo>
                  <a:lnTo>
                    <a:pt x="5364" y="6897"/>
                  </a:lnTo>
                  <a:lnTo>
                    <a:pt x="5366" y="6796"/>
                  </a:lnTo>
                  <a:lnTo>
                    <a:pt x="5367" y="6695"/>
                  </a:lnTo>
                  <a:lnTo>
                    <a:pt x="5367" y="6600"/>
                  </a:lnTo>
                  <a:lnTo>
                    <a:pt x="5364" y="6506"/>
                  </a:lnTo>
                  <a:lnTo>
                    <a:pt x="5359" y="6413"/>
                  </a:lnTo>
                  <a:lnTo>
                    <a:pt x="5353" y="6319"/>
                  </a:lnTo>
                  <a:lnTo>
                    <a:pt x="5346" y="6227"/>
                  </a:lnTo>
                  <a:lnTo>
                    <a:pt x="5337" y="6136"/>
                  </a:lnTo>
                  <a:lnTo>
                    <a:pt x="5325" y="6045"/>
                  </a:lnTo>
                  <a:lnTo>
                    <a:pt x="5313" y="5955"/>
                  </a:lnTo>
                  <a:lnTo>
                    <a:pt x="5298" y="5866"/>
                  </a:lnTo>
                  <a:lnTo>
                    <a:pt x="5283" y="5777"/>
                  </a:lnTo>
                  <a:lnTo>
                    <a:pt x="5266" y="5690"/>
                  </a:lnTo>
                  <a:lnTo>
                    <a:pt x="5247" y="5603"/>
                  </a:lnTo>
                  <a:lnTo>
                    <a:pt x="5226" y="5518"/>
                  </a:lnTo>
                  <a:lnTo>
                    <a:pt x="5205" y="5433"/>
                  </a:lnTo>
                  <a:lnTo>
                    <a:pt x="5181" y="5349"/>
                  </a:lnTo>
                  <a:lnTo>
                    <a:pt x="5157" y="5266"/>
                  </a:lnTo>
                  <a:lnTo>
                    <a:pt x="5131" y="5185"/>
                  </a:lnTo>
                  <a:lnTo>
                    <a:pt x="5103" y="5104"/>
                  </a:lnTo>
                  <a:lnTo>
                    <a:pt x="5073" y="5024"/>
                  </a:lnTo>
                  <a:lnTo>
                    <a:pt x="5043" y="4945"/>
                  </a:lnTo>
                  <a:lnTo>
                    <a:pt x="5012" y="4868"/>
                  </a:lnTo>
                  <a:lnTo>
                    <a:pt x="4979" y="4791"/>
                  </a:lnTo>
                  <a:lnTo>
                    <a:pt x="4945" y="4717"/>
                  </a:lnTo>
                  <a:lnTo>
                    <a:pt x="4909" y="4643"/>
                  </a:lnTo>
                  <a:lnTo>
                    <a:pt x="4872" y="4570"/>
                  </a:lnTo>
                  <a:lnTo>
                    <a:pt x="4834" y="4499"/>
                  </a:lnTo>
                  <a:lnTo>
                    <a:pt x="4796" y="4429"/>
                  </a:lnTo>
                  <a:lnTo>
                    <a:pt x="4755" y="4361"/>
                  </a:lnTo>
                  <a:lnTo>
                    <a:pt x="4713" y="4293"/>
                  </a:lnTo>
                  <a:lnTo>
                    <a:pt x="4671" y="4227"/>
                  </a:lnTo>
                  <a:lnTo>
                    <a:pt x="4627" y="4163"/>
                  </a:lnTo>
                  <a:lnTo>
                    <a:pt x="4582" y="4100"/>
                  </a:lnTo>
                  <a:lnTo>
                    <a:pt x="4536" y="4038"/>
                  </a:lnTo>
                  <a:lnTo>
                    <a:pt x="4489" y="3978"/>
                  </a:lnTo>
                  <a:lnTo>
                    <a:pt x="4440" y="3920"/>
                  </a:lnTo>
                  <a:lnTo>
                    <a:pt x="4391" y="3863"/>
                  </a:lnTo>
                  <a:lnTo>
                    <a:pt x="4340" y="3807"/>
                  </a:lnTo>
                  <a:lnTo>
                    <a:pt x="4290" y="3753"/>
                  </a:lnTo>
                  <a:lnTo>
                    <a:pt x="4238" y="3702"/>
                  </a:lnTo>
                  <a:lnTo>
                    <a:pt x="4184" y="3651"/>
                  </a:lnTo>
                  <a:lnTo>
                    <a:pt x="4130" y="3603"/>
                  </a:lnTo>
                  <a:lnTo>
                    <a:pt x="4076" y="3556"/>
                  </a:lnTo>
                  <a:lnTo>
                    <a:pt x="4020" y="3511"/>
                  </a:lnTo>
                  <a:lnTo>
                    <a:pt x="3963" y="3468"/>
                  </a:lnTo>
                  <a:lnTo>
                    <a:pt x="3906" y="3426"/>
                  </a:lnTo>
                  <a:lnTo>
                    <a:pt x="3848" y="3386"/>
                  </a:lnTo>
                  <a:lnTo>
                    <a:pt x="3788" y="3349"/>
                  </a:lnTo>
                  <a:lnTo>
                    <a:pt x="3728" y="3313"/>
                  </a:lnTo>
                  <a:lnTo>
                    <a:pt x="3668" y="3279"/>
                  </a:lnTo>
                  <a:lnTo>
                    <a:pt x="3607" y="3247"/>
                  </a:lnTo>
                  <a:lnTo>
                    <a:pt x="3545" y="3217"/>
                  </a:lnTo>
                  <a:lnTo>
                    <a:pt x="3482" y="3189"/>
                  </a:lnTo>
                  <a:lnTo>
                    <a:pt x="3419" y="3163"/>
                  </a:lnTo>
                  <a:lnTo>
                    <a:pt x="3355" y="3140"/>
                  </a:lnTo>
                  <a:lnTo>
                    <a:pt x="3290" y="3118"/>
                  </a:lnTo>
                  <a:lnTo>
                    <a:pt x="3225" y="3099"/>
                  </a:lnTo>
                  <a:lnTo>
                    <a:pt x="3159" y="3081"/>
                  </a:lnTo>
                  <a:lnTo>
                    <a:pt x="3093" y="3066"/>
                  </a:lnTo>
                  <a:lnTo>
                    <a:pt x="3025" y="3054"/>
                  </a:lnTo>
                  <a:lnTo>
                    <a:pt x="2958" y="3043"/>
                  </a:lnTo>
                  <a:lnTo>
                    <a:pt x="2891" y="3035"/>
                  </a:lnTo>
                  <a:lnTo>
                    <a:pt x="2822" y="3029"/>
                  </a:lnTo>
                  <a:lnTo>
                    <a:pt x="2753" y="3026"/>
                  </a:lnTo>
                  <a:lnTo>
                    <a:pt x="2684" y="3025"/>
                  </a:lnTo>
                  <a:close/>
                  <a:moveTo>
                    <a:pt x="2708" y="2647"/>
                  </a:moveTo>
                  <a:lnTo>
                    <a:pt x="2708" y="2647"/>
                  </a:lnTo>
                  <a:lnTo>
                    <a:pt x="2743" y="2646"/>
                  </a:lnTo>
                  <a:lnTo>
                    <a:pt x="2778" y="2645"/>
                  </a:lnTo>
                  <a:lnTo>
                    <a:pt x="2813" y="2643"/>
                  </a:lnTo>
                  <a:lnTo>
                    <a:pt x="2847" y="2640"/>
                  </a:lnTo>
                  <a:lnTo>
                    <a:pt x="2882" y="2636"/>
                  </a:lnTo>
                  <a:lnTo>
                    <a:pt x="2915" y="2631"/>
                  </a:lnTo>
                  <a:lnTo>
                    <a:pt x="2949" y="2626"/>
                  </a:lnTo>
                  <a:lnTo>
                    <a:pt x="2982" y="2620"/>
                  </a:lnTo>
                  <a:lnTo>
                    <a:pt x="3014" y="2613"/>
                  </a:lnTo>
                  <a:lnTo>
                    <a:pt x="3047" y="2605"/>
                  </a:lnTo>
                  <a:lnTo>
                    <a:pt x="3079" y="2596"/>
                  </a:lnTo>
                  <a:lnTo>
                    <a:pt x="3112" y="2587"/>
                  </a:lnTo>
                  <a:lnTo>
                    <a:pt x="3144" y="2577"/>
                  </a:lnTo>
                  <a:lnTo>
                    <a:pt x="3175" y="2566"/>
                  </a:lnTo>
                  <a:lnTo>
                    <a:pt x="3205" y="2555"/>
                  </a:lnTo>
                  <a:lnTo>
                    <a:pt x="3236" y="2542"/>
                  </a:lnTo>
                  <a:lnTo>
                    <a:pt x="3266" y="2530"/>
                  </a:lnTo>
                  <a:lnTo>
                    <a:pt x="3297" y="2517"/>
                  </a:lnTo>
                  <a:lnTo>
                    <a:pt x="3326" y="2502"/>
                  </a:lnTo>
                  <a:lnTo>
                    <a:pt x="3355" y="2487"/>
                  </a:lnTo>
                  <a:lnTo>
                    <a:pt x="3383" y="2472"/>
                  </a:lnTo>
                  <a:lnTo>
                    <a:pt x="3411" y="2455"/>
                  </a:lnTo>
                  <a:lnTo>
                    <a:pt x="3439" y="2438"/>
                  </a:lnTo>
                  <a:lnTo>
                    <a:pt x="3466" y="2421"/>
                  </a:lnTo>
                  <a:lnTo>
                    <a:pt x="3493" y="2403"/>
                  </a:lnTo>
                  <a:lnTo>
                    <a:pt x="3519" y="2384"/>
                  </a:lnTo>
                  <a:lnTo>
                    <a:pt x="3545" y="2365"/>
                  </a:lnTo>
                  <a:lnTo>
                    <a:pt x="3571" y="2345"/>
                  </a:lnTo>
                  <a:lnTo>
                    <a:pt x="3596" y="2324"/>
                  </a:lnTo>
                  <a:lnTo>
                    <a:pt x="3619" y="2303"/>
                  </a:lnTo>
                  <a:lnTo>
                    <a:pt x="3643" y="2282"/>
                  </a:lnTo>
                  <a:lnTo>
                    <a:pt x="3667" y="2259"/>
                  </a:lnTo>
                  <a:lnTo>
                    <a:pt x="3689" y="2237"/>
                  </a:lnTo>
                  <a:lnTo>
                    <a:pt x="3711" y="2213"/>
                  </a:lnTo>
                  <a:lnTo>
                    <a:pt x="3733" y="2189"/>
                  </a:lnTo>
                  <a:lnTo>
                    <a:pt x="3754" y="2165"/>
                  </a:lnTo>
                  <a:lnTo>
                    <a:pt x="3774" y="2140"/>
                  </a:lnTo>
                  <a:lnTo>
                    <a:pt x="3795" y="2115"/>
                  </a:lnTo>
                  <a:lnTo>
                    <a:pt x="3814" y="2089"/>
                  </a:lnTo>
                  <a:lnTo>
                    <a:pt x="3832" y="2063"/>
                  </a:lnTo>
                  <a:lnTo>
                    <a:pt x="3850" y="2036"/>
                  </a:lnTo>
                  <a:lnTo>
                    <a:pt x="3868" y="2010"/>
                  </a:lnTo>
                  <a:lnTo>
                    <a:pt x="3884" y="1983"/>
                  </a:lnTo>
                  <a:lnTo>
                    <a:pt x="3900" y="1954"/>
                  </a:lnTo>
                  <a:lnTo>
                    <a:pt x="3915" y="1925"/>
                  </a:lnTo>
                  <a:lnTo>
                    <a:pt x="3930" y="1897"/>
                  </a:lnTo>
                  <a:lnTo>
                    <a:pt x="3944" y="1868"/>
                  </a:lnTo>
                  <a:lnTo>
                    <a:pt x="3957" y="1839"/>
                  </a:lnTo>
                  <a:lnTo>
                    <a:pt x="3970" y="1808"/>
                  </a:lnTo>
                  <a:lnTo>
                    <a:pt x="3981" y="1778"/>
                  </a:lnTo>
                  <a:lnTo>
                    <a:pt x="3993" y="1748"/>
                  </a:lnTo>
                  <a:lnTo>
                    <a:pt x="4003" y="1717"/>
                  </a:lnTo>
                  <a:lnTo>
                    <a:pt x="4012" y="1686"/>
                  </a:lnTo>
                  <a:lnTo>
                    <a:pt x="4021" y="1654"/>
                  </a:lnTo>
                  <a:lnTo>
                    <a:pt x="4029" y="1622"/>
                  </a:lnTo>
                  <a:lnTo>
                    <a:pt x="4036" y="1590"/>
                  </a:lnTo>
                  <a:lnTo>
                    <a:pt x="4042" y="1557"/>
                  </a:lnTo>
                  <a:lnTo>
                    <a:pt x="4048" y="1525"/>
                  </a:lnTo>
                  <a:lnTo>
                    <a:pt x="4052" y="1492"/>
                  </a:lnTo>
                  <a:lnTo>
                    <a:pt x="4057" y="1459"/>
                  </a:lnTo>
                  <a:lnTo>
                    <a:pt x="4060" y="1425"/>
                  </a:lnTo>
                  <a:lnTo>
                    <a:pt x="4062" y="1391"/>
                  </a:lnTo>
                  <a:lnTo>
                    <a:pt x="4063" y="1357"/>
                  </a:lnTo>
                  <a:lnTo>
                    <a:pt x="4063" y="1324"/>
                  </a:lnTo>
                  <a:lnTo>
                    <a:pt x="4063" y="1289"/>
                  </a:lnTo>
                  <a:lnTo>
                    <a:pt x="4062" y="1255"/>
                  </a:lnTo>
                  <a:lnTo>
                    <a:pt x="4060" y="1221"/>
                  </a:lnTo>
                  <a:lnTo>
                    <a:pt x="4057" y="1188"/>
                  </a:lnTo>
                  <a:lnTo>
                    <a:pt x="4052" y="1155"/>
                  </a:lnTo>
                  <a:lnTo>
                    <a:pt x="4048" y="1121"/>
                  </a:lnTo>
                  <a:lnTo>
                    <a:pt x="4042" y="1089"/>
                  </a:lnTo>
                  <a:lnTo>
                    <a:pt x="4036" y="1057"/>
                  </a:lnTo>
                  <a:lnTo>
                    <a:pt x="4029" y="1025"/>
                  </a:lnTo>
                  <a:lnTo>
                    <a:pt x="4021" y="993"/>
                  </a:lnTo>
                  <a:lnTo>
                    <a:pt x="4012" y="962"/>
                  </a:lnTo>
                  <a:lnTo>
                    <a:pt x="4003" y="930"/>
                  </a:lnTo>
                  <a:lnTo>
                    <a:pt x="3993" y="899"/>
                  </a:lnTo>
                  <a:lnTo>
                    <a:pt x="3981" y="868"/>
                  </a:lnTo>
                  <a:lnTo>
                    <a:pt x="3970" y="838"/>
                  </a:lnTo>
                  <a:lnTo>
                    <a:pt x="3957" y="809"/>
                  </a:lnTo>
                  <a:lnTo>
                    <a:pt x="3944" y="778"/>
                  </a:lnTo>
                  <a:lnTo>
                    <a:pt x="3930" y="750"/>
                  </a:lnTo>
                  <a:lnTo>
                    <a:pt x="3915" y="721"/>
                  </a:lnTo>
                  <a:lnTo>
                    <a:pt x="3900" y="693"/>
                  </a:lnTo>
                  <a:lnTo>
                    <a:pt x="3884" y="665"/>
                  </a:lnTo>
                  <a:lnTo>
                    <a:pt x="3868" y="638"/>
                  </a:lnTo>
                  <a:lnTo>
                    <a:pt x="3850" y="610"/>
                  </a:lnTo>
                  <a:lnTo>
                    <a:pt x="3832" y="584"/>
                  </a:lnTo>
                  <a:lnTo>
                    <a:pt x="3814" y="557"/>
                  </a:lnTo>
                  <a:lnTo>
                    <a:pt x="3795" y="532"/>
                  </a:lnTo>
                  <a:lnTo>
                    <a:pt x="3774" y="506"/>
                  </a:lnTo>
                  <a:lnTo>
                    <a:pt x="3754" y="481"/>
                  </a:lnTo>
                  <a:lnTo>
                    <a:pt x="3733" y="458"/>
                  </a:lnTo>
                  <a:lnTo>
                    <a:pt x="3711" y="433"/>
                  </a:lnTo>
                  <a:lnTo>
                    <a:pt x="3689" y="411"/>
                  </a:lnTo>
                  <a:lnTo>
                    <a:pt x="3667" y="388"/>
                  </a:lnTo>
                  <a:lnTo>
                    <a:pt x="3643" y="366"/>
                  </a:lnTo>
                  <a:lnTo>
                    <a:pt x="3619" y="344"/>
                  </a:lnTo>
                  <a:lnTo>
                    <a:pt x="3596" y="323"/>
                  </a:lnTo>
                  <a:lnTo>
                    <a:pt x="3571" y="303"/>
                  </a:lnTo>
                  <a:lnTo>
                    <a:pt x="3545" y="282"/>
                  </a:lnTo>
                  <a:lnTo>
                    <a:pt x="3519" y="263"/>
                  </a:lnTo>
                  <a:lnTo>
                    <a:pt x="3493" y="244"/>
                  </a:lnTo>
                  <a:lnTo>
                    <a:pt x="3466" y="226"/>
                  </a:lnTo>
                  <a:lnTo>
                    <a:pt x="3439" y="208"/>
                  </a:lnTo>
                  <a:lnTo>
                    <a:pt x="3411" y="191"/>
                  </a:lnTo>
                  <a:lnTo>
                    <a:pt x="3383" y="176"/>
                  </a:lnTo>
                  <a:lnTo>
                    <a:pt x="3355" y="160"/>
                  </a:lnTo>
                  <a:lnTo>
                    <a:pt x="3326" y="145"/>
                  </a:lnTo>
                  <a:lnTo>
                    <a:pt x="3297" y="131"/>
                  </a:lnTo>
                  <a:lnTo>
                    <a:pt x="3266" y="117"/>
                  </a:lnTo>
                  <a:lnTo>
                    <a:pt x="3236" y="104"/>
                  </a:lnTo>
                  <a:lnTo>
                    <a:pt x="3205" y="92"/>
                  </a:lnTo>
                  <a:lnTo>
                    <a:pt x="3175" y="80"/>
                  </a:lnTo>
                  <a:lnTo>
                    <a:pt x="3144" y="70"/>
                  </a:lnTo>
                  <a:lnTo>
                    <a:pt x="3112" y="60"/>
                  </a:lnTo>
                  <a:lnTo>
                    <a:pt x="3079" y="51"/>
                  </a:lnTo>
                  <a:lnTo>
                    <a:pt x="3047" y="42"/>
                  </a:lnTo>
                  <a:lnTo>
                    <a:pt x="3014" y="34"/>
                  </a:lnTo>
                  <a:lnTo>
                    <a:pt x="2982" y="27"/>
                  </a:lnTo>
                  <a:lnTo>
                    <a:pt x="2949" y="20"/>
                  </a:lnTo>
                  <a:lnTo>
                    <a:pt x="2915" y="15"/>
                  </a:lnTo>
                  <a:lnTo>
                    <a:pt x="2882" y="10"/>
                  </a:lnTo>
                  <a:lnTo>
                    <a:pt x="2847" y="7"/>
                  </a:lnTo>
                  <a:lnTo>
                    <a:pt x="2813" y="4"/>
                  </a:lnTo>
                  <a:lnTo>
                    <a:pt x="2778" y="1"/>
                  </a:lnTo>
                  <a:lnTo>
                    <a:pt x="2743" y="0"/>
                  </a:lnTo>
                  <a:lnTo>
                    <a:pt x="2708" y="0"/>
                  </a:lnTo>
                  <a:lnTo>
                    <a:pt x="2673" y="0"/>
                  </a:lnTo>
                  <a:lnTo>
                    <a:pt x="2639" y="1"/>
                  </a:lnTo>
                  <a:lnTo>
                    <a:pt x="2605" y="4"/>
                  </a:lnTo>
                  <a:lnTo>
                    <a:pt x="2570" y="7"/>
                  </a:lnTo>
                  <a:lnTo>
                    <a:pt x="2536" y="10"/>
                  </a:lnTo>
                  <a:lnTo>
                    <a:pt x="2503" y="15"/>
                  </a:lnTo>
                  <a:lnTo>
                    <a:pt x="2469" y="20"/>
                  </a:lnTo>
                  <a:lnTo>
                    <a:pt x="2436" y="27"/>
                  </a:lnTo>
                  <a:lnTo>
                    <a:pt x="2402" y="34"/>
                  </a:lnTo>
                  <a:lnTo>
                    <a:pt x="2370" y="42"/>
                  </a:lnTo>
                  <a:lnTo>
                    <a:pt x="2338" y="51"/>
                  </a:lnTo>
                  <a:lnTo>
                    <a:pt x="2306" y="60"/>
                  </a:lnTo>
                  <a:lnTo>
                    <a:pt x="2274" y="70"/>
                  </a:lnTo>
                  <a:lnTo>
                    <a:pt x="2243" y="80"/>
                  </a:lnTo>
                  <a:lnTo>
                    <a:pt x="2212" y="92"/>
                  </a:lnTo>
                  <a:lnTo>
                    <a:pt x="2181" y="104"/>
                  </a:lnTo>
                  <a:lnTo>
                    <a:pt x="2152" y="117"/>
                  </a:lnTo>
                  <a:lnTo>
                    <a:pt x="2121" y="131"/>
                  </a:lnTo>
                  <a:lnTo>
                    <a:pt x="2092" y="145"/>
                  </a:lnTo>
                  <a:lnTo>
                    <a:pt x="2063" y="160"/>
                  </a:lnTo>
                  <a:lnTo>
                    <a:pt x="2035" y="176"/>
                  </a:lnTo>
                  <a:lnTo>
                    <a:pt x="2007" y="191"/>
                  </a:lnTo>
                  <a:lnTo>
                    <a:pt x="1979" y="208"/>
                  </a:lnTo>
                  <a:lnTo>
                    <a:pt x="1952" y="226"/>
                  </a:lnTo>
                  <a:lnTo>
                    <a:pt x="1925" y="244"/>
                  </a:lnTo>
                  <a:lnTo>
                    <a:pt x="1899" y="263"/>
                  </a:lnTo>
                  <a:lnTo>
                    <a:pt x="1873" y="282"/>
                  </a:lnTo>
                  <a:lnTo>
                    <a:pt x="1847" y="303"/>
                  </a:lnTo>
                  <a:lnTo>
                    <a:pt x="1822" y="323"/>
                  </a:lnTo>
                  <a:lnTo>
                    <a:pt x="1797" y="344"/>
                  </a:lnTo>
                  <a:lnTo>
                    <a:pt x="1774" y="366"/>
                  </a:lnTo>
                  <a:lnTo>
                    <a:pt x="1751" y="388"/>
                  </a:lnTo>
                  <a:lnTo>
                    <a:pt x="1728" y="411"/>
                  </a:lnTo>
                  <a:lnTo>
                    <a:pt x="1706" y="433"/>
                  </a:lnTo>
                  <a:lnTo>
                    <a:pt x="1685" y="458"/>
                  </a:lnTo>
                  <a:lnTo>
                    <a:pt x="1664" y="481"/>
                  </a:lnTo>
                  <a:lnTo>
                    <a:pt x="1643" y="506"/>
                  </a:lnTo>
                  <a:lnTo>
                    <a:pt x="1623" y="532"/>
                  </a:lnTo>
                  <a:lnTo>
                    <a:pt x="1604" y="557"/>
                  </a:lnTo>
                  <a:lnTo>
                    <a:pt x="1586" y="584"/>
                  </a:lnTo>
                  <a:lnTo>
                    <a:pt x="1568" y="610"/>
                  </a:lnTo>
                  <a:lnTo>
                    <a:pt x="1550" y="638"/>
                  </a:lnTo>
                  <a:lnTo>
                    <a:pt x="1533" y="665"/>
                  </a:lnTo>
                  <a:lnTo>
                    <a:pt x="1517" y="693"/>
                  </a:lnTo>
                  <a:lnTo>
                    <a:pt x="1503" y="721"/>
                  </a:lnTo>
                  <a:lnTo>
                    <a:pt x="1488" y="750"/>
                  </a:lnTo>
                  <a:lnTo>
                    <a:pt x="1474" y="778"/>
                  </a:lnTo>
                  <a:lnTo>
                    <a:pt x="1461" y="809"/>
                  </a:lnTo>
                  <a:lnTo>
                    <a:pt x="1448" y="838"/>
                  </a:lnTo>
                  <a:lnTo>
                    <a:pt x="1436" y="868"/>
                  </a:lnTo>
                  <a:lnTo>
                    <a:pt x="1425" y="899"/>
                  </a:lnTo>
                  <a:lnTo>
                    <a:pt x="1415" y="930"/>
                  </a:lnTo>
                  <a:lnTo>
                    <a:pt x="1406" y="962"/>
                  </a:lnTo>
                  <a:lnTo>
                    <a:pt x="1397" y="993"/>
                  </a:lnTo>
                  <a:lnTo>
                    <a:pt x="1389" y="1025"/>
                  </a:lnTo>
                  <a:lnTo>
                    <a:pt x="1381" y="1057"/>
                  </a:lnTo>
                  <a:lnTo>
                    <a:pt x="1376" y="1089"/>
                  </a:lnTo>
                  <a:lnTo>
                    <a:pt x="1370" y="1121"/>
                  </a:lnTo>
                  <a:lnTo>
                    <a:pt x="1366" y="1155"/>
                  </a:lnTo>
                  <a:lnTo>
                    <a:pt x="1361" y="1188"/>
                  </a:lnTo>
                  <a:lnTo>
                    <a:pt x="1358" y="1221"/>
                  </a:lnTo>
                  <a:lnTo>
                    <a:pt x="1355" y="1255"/>
                  </a:lnTo>
                  <a:lnTo>
                    <a:pt x="1354" y="1289"/>
                  </a:lnTo>
                  <a:lnTo>
                    <a:pt x="1354" y="1324"/>
                  </a:lnTo>
                  <a:lnTo>
                    <a:pt x="1354" y="1357"/>
                  </a:lnTo>
                  <a:lnTo>
                    <a:pt x="1355" y="1391"/>
                  </a:lnTo>
                  <a:lnTo>
                    <a:pt x="1358" y="1425"/>
                  </a:lnTo>
                  <a:lnTo>
                    <a:pt x="1361" y="1459"/>
                  </a:lnTo>
                  <a:lnTo>
                    <a:pt x="1366" y="1492"/>
                  </a:lnTo>
                  <a:lnTo>
                    <a:pt x="1370" y="1525"/>
                  </a:lnTo>
                  <a:lnTo>
                    <a:pt x="1376" y="1557"/>
                  </a:lnTo>
                  <a:lnTo>
                    <a:pt x="1381" y="1590"/>
                  </a:lnTo>
                  <a:lnTo>
                    <a:pt x="1389" y="1622"/>
                  </a:lnTo>
                  <a:lnTo>
                    <a:pt x="1397" y="1654"/>
                  </a:lnTo>
                  <a:lnTo>
                    <a:pt x="1406" y="1686"/>
                  </a:lnTo>
                  <a:lnTo>
                    <a:pt x="1415" y="1717"/>
                  </a:lnTo>
                  <a:lnTo>
                    <a:pt x="1425" y="1748"/>
                  </a:lnTo>
                  <a:lnTo>
                    <a:pt x="1436" y="1778"/>
                  </a:lnTo>
                  <a:lnTo>
                    <a:pt x="1448" y="1808"/>
                  </a:lnTo>
                  <a:lnTo>
                    <a:pt x="1461" y="1839"/>
                  </a:lnTo>
                  <a:lnTo>
                    <a:pt x="1474" y="1868"/>
                  </a:lnTo>
                  <a:lnTo>
                    <a:pt x="1488" y="1897"/>
                  </a:lnTo>
                  <a:lnTo>
                    <a:pt x="1503" y="1925"/>
                  </a:lnTo>
                  <a:lnTo>
                    <a:pt x="1517" y="1954"/>
                  </a:lnTo>
                  <a:lnTo>
                    <a:pt x="1533" y="1983"/>
                  </a:lnTo>
                  <a:lnTo>
                    <a:pt x="1550" y="2010"/>
                  </a:lnTo>
                  <a:lnTo>
                    <a:pt x="1568" y="2036"/>
                  </a:lnTo>
                  <a:lnTo>
                    <a:pt x="1586" y="2063"/>
                  </a:lnTo>
                  <a:lnTo>
                    <a:pt x="1604" y="2089"/>
                  </a:lnTo>
                  <a:lnTo>
                    <a:pt x="1623" y="2115"/>
                  </a:lnTo>
                  <a:lnTo>
                    <a:pt x="1643" y="2140"/>
                  </a:lnTo>
                  <a:lnTo>
                    <a:pt x="1664" y="2165"/>
                  </a:lnTo>
                  <a:lnTo>
                    <a:pt x="1685" y="2189"/>
                  </a:lnTo>
                  <a:lnTo>
                    <a:pt x="1706" y="2213"/>
                  </a:lnTo>
                  <a:lnTo>
                    <a:pt x="1728" y="2237"/>
                  </a:lnTo>
                  <a:lnTo>
                    <a:pt x="1751" y="2259"/>
                  </a:lnTo>
                  <a:lnTo>
                    <a:pt x="1774" y="2282"/>
                  </a:lnTo>
                  <a:lnTo>
                    <a:pt x="1797" y="2303"/>
                  </a:lnTo>
                  <a:lnTo>
                    <a:pt x="1822" y="2324"/>
                  </a:lnTo>
                  <a:lnTo>
                    <a:pt x="1847" y="2345"/>
                  </a:lnTo>
                  <a:lnTo>
                    <a:pt x="1873" y="2365"/>
                  </a:lnTo>
                  <a:lnTo>
                    <a:pt x="1899" y="2384"/>
                  </a:lnTo>
                  <a:lnTo>
                    <a:pt x="1925" y="2403"/>
                  </a:lnTo>
                  <a:lnTo>
                    <a:pt x="1952" y="2421"/>
                  </a:lnTo>
                  <a:lnTo>
                    <a:pt x="1979" y="2438"/>
                  </a:lnTo>
                  <a:lnTo>
                    <a:pt x="2007" y="2455"/>
                  </a:lnTo>
                  <a:lnTo>
                    <a:pt x="2035" y="2472"/>
                  </a:lnTo>
                  <a:lnTo>
                    <a:pt x="2063" y="2487"/>
                  </a:lnTo>
                  <a:lnTo>
                    <a:pt x="2092" y="2502"/>
                  </a:lnTo>
                  <a:lnTo>
                    <a:pt x="2121" y="2517"/>
                  </a:lnTo>
                  <a:lnTo>
                    <a:pt x="2152" y="2530"/>
                  </a:lnTo>
                  <a:lnTo>
                    <a:pt x="2181" y="2542"/>
                  </a:lnTo>
                  <a:lnTo>
                    <a:pt x="2212" y="2555"/>
                  </a:lnTo>
                  <a:lnTo>
                    <a:pt x="2243" y="2566"/>
                  </a:lnTo>
                  <a:lnTo>
                    <a:pt x="2274" y="2577"/>
                  </a:lnTo>
                  <a:lnTo>
                    <a:pt x="2306" y="2587"/>
                  </a:lnTo>
                  <a:lnTo>
                    <a:pt x="2338" y="2596"/>
                  </a:lnTo>
                  <a:lnTo>
                    <a:pt x="2370" y="2605"/>
                  </a:lnTo>
                  <a:lnTo>
                    <a:pt x="2402" y="2613"/>
                  </a:lnTo>
                  <a:lnTo>
                    <a:pt x="2436" y="2620"/>
                  </a:lnTo>
                  <a:lnTo>
                    <a:pt x="2469" y="2626"/>
                  </a:lnTo>
                  <a:lnTo>
                    <a:pt x="2503" y="2631"/>
                  </a:lnTo>
                  <a:lnTo>
                    <a:pt x="2536" y="2636"/>
                  </a:lnTo>
                  <a:lnTo>
                    <a:pt x="2570" y="2640"/>
                  </a:lnTo>
                  <a:lnTo>
                    <a:pt x="2605" y="2643"/>
                  </a:lnTo>
                  <a:lnTo>
                    <a:pt x="2639" y="2645"/>
                  </a:lnTo>
                  <a:lnTo>
                    <a:pt x="2673" y="2646"/>
                  </a:lnTo>
                  <a:lnTo>
                    <a:pt x="2708" y="26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grpSp>
        <p:nvGrpSpPr>
          <p:cNvPr id="50184" name="组合 1025"/>
          <p:cNvGrpSpPr/>
          <p:nvPr/>
        </p:nvGrpSpPr>
        <p:grpSpPr bwMode="auto">
          <a:xfrm>
            <a:off x="6010276" y="3911600"/>
            <a:ext cx="315912" cy="317500"/>
            <a:chOff x="5253802" y="3856218"/>
            <a:chExt cx="317004" cy="317004"/>
          </a:xfrm>
        </p:grpSpPr>
        <p:sp>
          <p:nvSpPr>
            <p:cNvPr id="104" name="椭圆 103"/>
            <p:cNvSpPr/>
            <p:nvPr/>
          </p:nvSpPr>
          <p:spPr>
            <a:xfrm>
              <a:off x="5253802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6" name="KSO_Shape"/>
            <p:cNvSpPr/>
            <p:nvPr/>
          </p:nvSpPr>
          <p:spPr bwMode="auto">
            <a:xfrm>
              <a:off x="5309556" y="3908524"/>
              <a:ext cx="205496" cy="193372"/>
            </a:xfrm>
            <a:custGeom>
              <a:avLst/>
              <a:gdLst/>
              <a:ahLst/>
              <a:cxnLst/>
              <a:rect l="0" t="0" r="r" b="b"/>
              <a:pathLst>
                <a:path w="1917701" h="1819275">
                  <a:moveTo>
                    <a:pt x="711992" y="795933"/>
                  </a:moveTo>
                  <a:lnTo>
                    <a:pt x="722042" y="796197"/>
                  </a:lnTo>
                  <a:lnTo>
                    <a:pt x="731828" y="796462"/>
                  </a:lnTo>
                  <a:lnTo>
                    <a:pt x="742143" y="796991"/>
                  </a:lnTo>
                  <a:lnTo>
                    <a:pt x="751929" y="797784"/>
                  </a:lnTo>
                  <a:lnTo>
                    <a:pt x="761979" y="798577"/>
                  </a:lnTo>
                  <a:lnTo>
                    <a:pt x="771765" y="799635"/>
                  </a:lnTo>
                  <a:lnTo>
                    <a:pt x="781551" y="800957"/>
                  </a:lnTo>
                  <a:lnTo>
                    <a:pt x="791337" y="802544"/>
                  </a:lnTo>
                  <a:lnTo>
                    <a:pt x="800858" y="804130"/>
                  </a:lnTo>
                  <a:lnTo>
                    <a:pt x="810644" y="805981"/>
                  </a:lnTo>
                  <a:lnTo>
                    <a:pt x="820166" y="807832"/>
                  </a:lnTo>
                  <a:lnTo>
                    <a:pt x="829687" y="810212"/>
                  </a:lnTo>
                  <a:lnTo>
                    <a:pt x="839473" y="812592"/>
                  </a:lnTo>
                  <a:lnTo>
                    <a:pt x="848994" y="814972"/>
                  </a:lnTo>
                  <a:lnTo>
                    <a:pt x="858252" y="817616"/>
                  </a:lnTo>
                  <a:lnTo>
                    <a:pt x="867773" y="820525"/>
                  </a:lnTo>
                  <a:lnTo>
                    <a:pt x="886551" y="826871"/>
                  </a:lnTo>
                  <a:lnTo>
                    <a:pt x="905065" y="833746"/>
                  </a:lnTo>
                  <a:lnTo>
                    <a:pt x="923315" y="841415"/>
                  </a:lnTo>
                  <a:lnTo>
                    <a:pt x="941300" y="849612"/>
                  </a:lnTo>
                  <a:lnTo>
                    <a:pt x="959284" y="858603"/>
                  </a:lnTo>
                  <a:lnTo>
                    <a:pt x="976740" y="868122"/>
                  </a:lnTo>
                  <a:lnTo>
                    <a:pt x="993932" y="878170"/>
                  </a:lnTo>
                  <a:lnTo>
                    <a:pt x="1011123" y="889012"/>
                  </a:lnTo>
                  <a:lnTo>
                    <a:pt x="1003189" y="891392"/>
                  </a:lnTo>
                  <a:lnTo>
                    <a:pt x="995254" y="893772"/>
                  </a:lnTo>
                  <a:lnTo>
                    <a:pt x="987055" y="896416"/>
                  </a:lnTo>
                  <a:lnTo>
                    <a:pt x="979121" y="899325"/>
                  </a:lnTo>
                  <a:lnTo>
                    <a:pt x="971186" y="902762"/>
                  </a:lnTo>
                  <a:lnTo>
                    <a:pt x="962987" y="905936"/>
                  </a:lnTo>
                  <a:lnTo>
                    <a:pt x="955053" y="909638"/>
                  </a:lnTo>
                  <a:lnTo>
                    <a:pt x="947383" y="913604"/>
                  </a:lnTo>
                  <a:lnTo>
                    <a:pt x="939448" y="917835"/>
                  </a:lnTo>
                  <a:lnTo>
                    <a:pt x="932043" y="922066"/>
                  </a:lnTo>
                  <a:lnTo>
                    <a:pt x="924637" y="926826"/>
                  </a:lnTo>
                  <a:lnTo>
                    <a:pt x="917231" y="931850"/>
                  </a:lnTo>
                  <a:lnTo>
                    <a:pt x="910090" y="936874"/>
                  </a:lnTo>
                  <a:lnTo>
                    <a:pt x="902949" y="942427"/>
                  </a:lnTo>
                  <a:lnTo>
                    <a:pt x="896073" y="948509"/>
                  </a:lnTo>
                  <a:lnTo>
                    <a:pt x="889461" y="954326"/>
                  </a:lnTo>
                  <a:lnTo>
                    <a:pt x="883113" y="960937"/>
                  </a:lnTo>
                  <a:lnTo>
                    <a:pt x="877030" y="967812"/>
                  </a:lnTo>
                  <a:lnTo>
                    <a:pt x="871211" y="974952"/>
                  </a:lnTo>
                  <a:lnTo>
                    <a:pt x="865393" y="982356"/>
                  </a:lnTo>
                  <a:lnTo>
                    <a:pt x="859838" y="990024"/>
                  </a:lnTo>
                  <a:lnTo>
                    <a:pt x="854813" y="998486"/>
                  </a:lnTo>
                  <a:lnTo>
                    <a:pt x="850052" y="1006683"/>
                  </a:lnTo>
                  <a:lnTo>
                    <a:pt x="845556" y="1015674"/>
                  </a:lnTo>
                  <a:lnTo>
                    <a:pt x="841324" y="1025193"/>
                  </a:lnTo>
                  <a:lnTo>
                    <a:pt x="837886" y="1034713"/>
                  </a:lnTo>
                  <a:lnTo>
                    <a:pt x="834183" y="1044761"/>
                  </a:lnTo>
                  <a:lnTo>
                    <a:pt x="831274" y="1055074"/>
                  </a:lnTo>
                  <a:lnTo>
                    <a:pt x="828629" y="1066180"/>
                  </a:lnTo>
                  <a:lnTo>
                    <a:pt x="826249" y="1077550"/>
                  </a:lnTo>
                  <a:lnTo>
                    <a:pt x="824398" y="1089185"/>
                  </a:lnTo>
                  <a:lnTo>
                    <a:pt x="823340" y="1101349"/>
                  </a:lnTo>
                  <a:lnTo>
                    <a:pt x="822017" y="1115893"/>
                  </a:lnTo>
                  <a:lnTo>
                    <a:pt x="821488" y="1129907"/>
                  </a:lnTo>
                  <a:lnTo>
                    <a:pt x="821488" y="1143129"/>
                  </a:lnTo>
                  <a:lnTo>
                    <a:pt x="821753" y="1156086"/>
                  </a:lnTo>
                  <a:lnTo>
                    <a:pt x="822546" y="1168514"/>
                  </a:lnTo>
                  <a:lnTo>
                    <a:pt x="824133" y="1180413"/>
                  </a:lnTo>
                  <a:lnTo>
                    <a:pt x="825984" y="1192048"/>
                  </a:lnTo>
                  <a:lnTo>
                    <a:pt x="828100" y="1203154"/>
                  </a:lnTo>
                  <a:lnTo>
                    <a:pt x="830745" y="1213731"/>
                  </a:lnTo>
                  <a:lnTo>
                    <a:pt x="833654" y="1224044"/>
                  </a:lnTo>
                  <a:lnTo>
                    <a:pt x="836828" y="1233828"/>
                  </a:lnTo>
                  <a:lnTo>
                    <a:pt x="840531" y="1243348"/>
                  </a:lnTo>
                  <a:lnTo>
                    <a:pt x="844763" y="1252338"/>
                  </a:lnTo>
                  <a:lnTo>
                    <a:pt x="848994" y="1260800"/>
                  </a:lnTo>
                  <a:lnTo>
                    <a:pt x="853491" y="1269262"/>
                  </a:lnTo>
                  <a:lnTo>
                    <a:pt x="858516" y="1276930"/>
                  </a:lnTo>
                  <a:lnTo>
                    <a:pt x="863806" y="1284334"/>
                  </a:lnTo>
                  <a:lnTo>
                    <a:pt x="869360" y="1291474"/>
                  </a:lnTo>
                  <a:lnTo>
                    <a:pt x="874914" y="1298349"/>
                  </a:lnTo>
                  <a:lnTo>
                    <a:pt x="880997" y="1304960"/>
                  </a:lnTo>
                  <a:lnTo>
                    <a:pt x="887080" y="1311042"/>
                  </a:lnTo>
                  <a:lnTo>
                    <a:pt x="893428" y="1316859"/>
                  </a:lnTo>
                  <a:lnTo>
                    <a:pt x="900040" y="1322412"/>
                  </a:lnTo>
                  <a:lnTo>
                    <a:pt x="906652" y="1327436"/>
                  </a:lnTo>
                  <a:lnTo>
                    <a:pt x="913264" y="1332196"/>
                  </a:lnTo>
                  <a:lnTo>
                    <a:pt x="920405" y="1336956"/>
                  </a:lnTo>
                  <a:lnTo>
                    <a:pt x="927546" y="1341187"/>
                  </a:lnTo>
                  <a:lnTo>
                    <a:pt x="934687" y="1345417"/>
                  </a:lnTo>
                  <a:lnTo>
                    <a:pt x="941828" y="1349119"/>
                  </a:lnTo>
                  <a:lnTo>
                    <a:pt x="949234" y="1352821"/>
                  </a:lnTo>
                  <a:lnTo>
                    <a:pt x="956904" y="1355995"/>
                  </a:lnTo>
                  <a:lnTo>
                    <a:pt x="964310" y="1358903"/>
                  </a:lnTo>
                  <a:lnTo>
                    <a:pt x="971715" y="1361812"/>
                  </a:lnTo>
                  <a:lnTo>
                    <a:pt x="979121" y="1364456"/>
                  </a:lnTo>
                  <a:lnTo>
                    <a:pt x="986526" y="1366836"/>
                  </a:lnTo>
                  <a:lnTo>
                    <a:pt x="993932" y="1368952"/>
                  </a:lnTo>
                  <a:lnTo>
                    <a:pt x="1008479" y="1372654"/>
                  </a:lnTo>
                  <a:lnTo>
                    <a:pt x="1023025" y="1375562"/>
                  </a:lnTo>
                  <a:lnTo>
                    <a:pt x="1037043" y="1378471"/>
                  </a:lnTo>
                  <a:lnTo>
                    <a:pt x="1050532" y="1380058"/>
                  </a:lnTo>
                  <a:lnTo>
                    <a:pt x="1063227" y="1381380"/>
                  </a:lnTo>
                  <a:lnTo>
                    <a:pt x="1075129" y="1382438"/>
                  </a:lnTo>
                  <a:lnTo>
                    <a:pt x="1086237" y="1382702"/>
                  </a:lnTo>
                  <a:lnTo>
                    <a:pt x="1096287" y="1383231"/>
                  </a:lnTo>
                  <a:lnTo>
                    <a:pt x="1105015" y="1383495"/>
                  </a:lnTo>
                  <a:lnTo>
                    <a:pt x="1112421" y="1383231"/>
                  </a:lnTo>
                  <a:lnTo>
                    <a:pt x="1122736" y="1382702"/>
                  </a:lnTo>
                  <a:lnTo>
                    <a:pt x="1126703" y="1382438"/>
                  </a:lnTo>
                  <a:lnTo>
                    <a:pt x="1126703" y="1394337"/>
                  </a:lnTo>
                  <a:lnTo>
                    <a:pt x="1126968" y="1406236"/>
                  </a:lnTo>
                  <a:lnTo>
                    <a:pt x="1127232" y="1417607"/>
                  </a:lnTo>
                  <a:lnTo>
                    <a:pt x="1128025" y="1428977"/>
                  </a:lnTo>
                  <a:lnTo>
                    <a:pt x="1129083" y="1439554"/>
                  </a:lnTo>
                  <a:lnTo>
                    <a:pt x="1130141" y="1450131"/>
                  </a:lnTo>
                  <a:lnTo>
                    <a:pt x="1131728" y="1460444"/>
                  </a:lnTo>
                  <a:lnTo>
                    <a:pt x="1133580" y="1470228"/>
                  </a:lnTo>
                  <a:lnTo>
                    <a:pt x="1135431" y="1480012"/>
                  </a:lnTo>
                  <a:lnTo>
                    <a:pt x="1137547" y="1489267"/>
                  </a:lnTo>
                  <a:lnTo>
                    <a:pt x="1139927" y="1498522"/>
                  </a:lnTo>
                  <a:lnTo>
                    <a:pt x="1142572" y="1507513"/>
                  </a:lnTo>
                  <a:lnTo>
                    <a:pt x="1145481" y="1515710"/>
                  </a:lnTo>
                  <a:lnTo>
                    <a:pt x="1148391" y="1524172"/>
                  </a:lnTo>
                  <a:lnTo>
                    <a:pt x="1151564" y="1532105"/>
                  </a:lnTo>
                  <a:lnTo>
                    <a:pt x="1155003" y="1539773"/>
                  </a:lnTo>
                  <a:lnTo>
                    <a:pt x="1158441" y="1547442"/>
                  </a:lnTo>
                  <a:lnTo>
                    <a:pt x="1162408" y="1554581"/>
                  </a:lnTo>
                  <a:lnTo>
                    <a:pt x="1166111" y="1561721"/>
                  </a:lnTo>
                  <a:lnTo>
                    <a:pt x="1170078" y="1568596"/>
                  </a:lnTo>
                  <a:lnTo>
                    <a:pt x="1174575" y="1575207"/>
                  </a:lnTo>
                  <a:lnTo>
                    <a:pt x="1178806" y="1581553"/>
                  </a:lnTo>
                  <a:lnTo>
                    <a:pt x="1183038" y="1587370"/>
                  </a:lnTo>
                  <a:lnTo>
                    <a:pt x="1187799" y="1593452"/>
                  </a:lnTo>
                  <a:lnTo>
                    <a:pt x="1192560" y="1599005"/>
                  </a:lnTo>
                  <a:lnTo>
                    <a:pt x="1197320" y="1604558"/>
                  </a:lnTo>
                  <a:lnTo>
                    <a:pt x="1202346" y="1609582"/>
                  </a:lnTo>
                  <a:lnTo>
                    <a:pt x="1207635" y="1614607"/>
                  </a:lnTo>
                  <a:lnTo>
                    <a:pt x="1212660" y="1619366"/>
                  </a:lnTo>
                  <a:lnTo>
                    <a:pt x="1217950" y="1624126"/>
                  </a:lnTo>
                  <a:lnTo>
                    <a:pt x="1223240" y="1628357"/>
                  </a:lnTo>
                  <a:lnTo>
                    <a:pt x="1229058" y="1632852"/>
                  </a:lnTo>
                  <a:lnTo>
                    <a:pt x="1234348" y="1636819"/>
                  </a:lnTo>
                  <a:lnTo>
                    <a:pt x="1239902" y="1640521"/>
                  </a:lnTo>
                  <a:lnTo>
                    <a:pt x="1245721" y="1644487"/>
                  </a:lnTo>
                  <a:lnTo>
                    <a:pt x="1251540" y="1647660"/>
                  </a:lnTo>
                  <a:lnTo>
                    <a:pt x="1263177" y="1654271"/>
                  </a:lnTo>
                  <a:lnTo>
                    <a:pt x="1274814" y="1660353"/>
                  </a:lnTo>
                  <a:lnTo>
                    <a:pt x="1286716" y="1665377"/>
                  </a:lnTo>
                  <a:lnTo>
                    <a:pt x="1298882" y="1670137"/>
                  </a:lnTo>
                  <a:lnTo>
                    <a:pt x="1310784" y="1673839"/>
                  </a:lnTo>
                  <a:lnTo>
                    <a:pt x="1322686" y="1677541"/>
                  </a:lnTo>
                  <a:lnTo>
                    <a:pt x="1334588" y="1680714"/>
                  </a:lnTo>
                  <a:lnTo>
                    <a:pt x="1346225" y="1683094"/>
                  </a:lnTo>
                  <a:lnTo>
                    <a:pt x="1357862" y="1685474"/>
                  </a:lnTo>
                  <a:lnTo>
                    <a:pt x="1368971" y="1687325"/>
                  </a:lnTo>
                  <a:lnTo>
                    <a:pt x="1380079" y="1688382"/>
                  </a:lnTo>
                  <a:lnTo>
                    <a:pt x="1390658" y="1689705"/>
                  </a:lnTo>
                  <a:lnTo>
                    <a:pt x="1401238" y="1690498"/>
                  </a:lnTo>
                  <a:lnTo>
                    <a:pt x="1411024" y="1690762"/>
                  </a:lnTo>
                  <a:lnTo>
                    <a:pt x="1411817" y="1709537"/>
                  </a:lnTo>
                  <a:lnTo>
                    <a:pt x="1412346" y="1728311"/>
                  </a:lnTo>
                  <a:lnTo>
                    <a:pt x="1412875" y="1747086"/>
                  </a:lnTo>
                  <a:lnTo>
                    <a:pt x="1412875" y="1766125"/>
                  </a:lnTo>
                  <a:lnTo>
                    <a:pt x="1412346" y="1792832"/>
                  </a:lnTo>
                  <a:lnTo>
                    <a:pt x="1411553" y="1819275"/>
                  </a:lnTo>
                  <a:lnTo>
                    <a:pt x="793" y="1811078"/>
                  </a:lnTo>
                  <a:lnTo>
                    <a:pt x="264" y="1784635"/>
                  </a:lnTo>
                  <a:lnTo>
                    <a:pt x="0" y="1757928"/>
                  </a:lnTo>
                  <a:lnTo>
                    <a:pt x="529" y="1733071"/>
                  </a:lnTo>
                  <a:lnTo>
                    <a:pt x="1058" y="1708215"/>
                  </a:lnTo>
                  <a:lnTo>
                    <a:pt x="2645" y="1683623"/>
                  </a:lnTo>
                  <a:lnTo>
                    <a:pt x="4232" y="1659031"/>
                  </a:lnTo>
                  <a:lnTo>
                    <a:pt x="6612" y="1634968"/>
                  </a:lnTo>
                  <a:lnTo>
                    <a:pt x="8992" y="1610905"/>
                  </a:lnTo>
                  <a:lnTo>
                    <a:pt x="12166" y="1587106"/>
                  </a:lnTo>
                  <a:lnTo>
                    <a:pt x="15340" y="1563307"/>
                  </a:lnTo>
                  <a:lnTo>
                    <a:pt x="19307" y="1539773"/>
                  </a:lnTo>
                  <a:lnTo>
                    <a:pt x="23804" y="1516503"/>
                  </a:lnTo>
                  <a:lnTo>
                    <a:pt x="28300" y="1493762"/>
                  </a:lnTo>
                  <a:lnTo>
                    <a:pt x="33590" y="1470757"/>
                  </a:lnTo>
                  <a:lnTo>
                    <a:pt x="38879" y="1448280"/>
                  </a:lnTo>
                  <a:lnTo>
                    <a:pt x="44962" y="1425804"/>
                  </a:lnTo>
                  <a:lnTo>
                    <a:pt x="51045" y="1403856"/>
                  </a:lnTo>
                  <a:lnTo>
                    <a:pt x="57658" y="1382173"/>
                  </a:lnTo>
                  <a:lnTo>
                    <a:pt x="64799" y="1360754"/>
                  </a:lnTo>
                  <a:lnTo>
                    <a:pt x="72204" y="1339336"/>
                  </a:lnTo>
                  <a:lnTo>
                    <a:pt x="79874" y="1318710"/>
                  </a:lnTo>
                  <a:lnTo>
                    <a:pt x="88073" y="1298085"/>
                  </a:lnTo>
                  <a:lnTo>
                    <a:pt x="96272" y="1277459"/>
                  </a:lnTo>
                  <a:lnTo>
                    <a:pt x="105265" y="1257627"/>
                  </a:lnTo>
                  <a:lnTo>
                    <a:pt x="114522" y="1238059"/>
                  </a:lnTo>
                  <a:lnTo>
                    <a:pt x="123779" y="1218491"/>
                  </a:lnTo>
                  <a:lnTo>
                    <a:pt x="133565" y="1199452"/>
                  </a:lnTo>
                  <a:lnTo>
                    <a:pt x="143615" y="1180678"/>
                  </a:lnTo>
                  <a:lnTo>
                    <a:pt x="153930" y="1162432"/>
                  </a:lnTo>
                  <a:lnTo>
                    <a:pt x="165038" y="1144451"/>
                  </a:lnTo>
                  <a:lnTo>
                    <a:pt x="176147" y="1126734"/>
                  </a:lnTo>
                  <a:lnTo>
                    <a:pt x="187255" y="1109546"/>
                  </a:lnTo>
                  <a:lnTo>
                    <a:pt x="198892" y="1092623"/>
                  </a:lnTo>
                  <a:lnTo>
                    <a:pt x="210794" y="1075964"/>
                  </a:lnTo>
                  <a:lnTo>
                    <a:pt x="222960" y="1059834"/>
                  </a:lnTo>
                  <a:lnTo>
                    <a:pt x="235391" y="1044232"/>
                  </a:lnTo>
                  <a:lnTo>
                    <a:pt x="248351" y="1028895"/>
                  </a:lnTo>
                  <a:lnTo>
                    <a:pt x="261310" y="1013823"/>
                  </a:lnTo>
                  <a:lnTo>
                    <a:pt x="274799" y="999544"/>
                  </a:lnTo>
                  <a:lnTo>
                    <a:pt x="288288" y="985529"/>
                  </a:lnTo>
                  <a:lnTo>
                    <a:pt x="302041" y="971779"/>
                  </a:lnTo>
                  <a:lnTo>
                    <a:pt x="316059" y="958557"/>
                  </a:lnTo>
                  <a:lnTo>
                    <a:pt x="330341" y="946129"/>
                  </a:lnTo>
                  <a:lnTo>
                    <a:pt x="344888" y="933965"/>
                  </a:lnTo>
                  <a:lnTo>
                    <a:pt x="359963" y="922066"/>
                  </a:lnTo>
                  <a:lnTo>
                    <a:pt x="374774" y="910695"/>
                  </a:lnTo>
                  <a:lnTo>
                    <a:pt x="389850" y="899589"/>
                  </a:lnTo>
                  <a:lnTo>
                    <a:pt x="405454" y="889541"/>
                  </a:lnTo>
                  <a:lnTo>
                    <a:pt x="420794" y="879757"/>
                  </a:lnTo>
                  <a:lnTo>
                    <a:pt x="436664" y="870238"/>
                  </a:lnTo>
                  <a:lnTo>
                    <a:pt x="452533" y="861511"/>
                  </a:lnTo>
                  <a:lnTo>
                    <a:pt x="468666" y="853314"/>
                  </a:lnTo>
                  <a:lnTo>
                    <a:pt x="485064" y="845646"/>
                  </a:lnTo>
                  <a:lnTo>
                    <a:pt x="501727" y="838242"/>
                  </a:lnTo>
                  <a:lnTo>
                    <a:pt x="518389" y="831631"/>
                  </a:lnTo>
                  <a:lnTo>
                    <a:pt x="535316" y="825285"/>
                  </a:lnTo>
                  <a:lnTo>
                    <a:pt x="552243" y="819732"/>
                  </a:lnTo>
                  <a:lnTo>
                    <a:pt x="569435" y="814972"/>
                  </a:lnTo>
                  <a:lnTo>
                    <a:pt x="586891" y="810477"/>
                  </a:lnTo>
                  <a:lnTo>
                    <a:pt x="604347" y="806510"/>
                  </a:lnTo>
                  <a:lnTo>
                    <a:pt x="622067" y="803337"/>
                  </a:lnTo>
                  <a:lnTo>
                    <a:pt x="639787" y="800693"/>
                  </a:lnTo>
                  <a:lnTo>
                    <a:pt x="657508" y="798577"/>
                  </a:lnTo>
                  <a:lnTo>
                    <a:pt x="675757" y="796991"/>
                  </a:lnTo>
                  <a:lnTo>
                    <a:pt x="693742" y="796197"/>
                  </a:lnTo>
                  <a:lnTo>
                    <a:pt x="711992" y="795933"/>
                  </a:lnTo>
                  <a:close/>
                  <a:moveTo>
                    <a:pt x="1463280" y="660400"/>
                  </a:moveTo>
                  <a:lnTo>
                    <a:pt x="1469893" y="660400"/>
                  </a:lnTo>
                  <a:lnTo>
                    <a:pt x="1477034" y="660665"/>
                  </a:lnTo>
                  <a:lnTo>
                    <a:pt x="1483912" y="660929"/>
                  </a:lnTo>
                  <a:lnTo>
                    <a:pt x="1490789" y="661988"/>
                  </a:lnTo>
                  <a:lnTo>
                    <a:pt x="1497666" y="663046"/>
                  </a:lnTo>
                  <a:lnTo>
                    <a:pt x="1504279" y="664898"/>
                  </a:lnTo>
                  <a:lnTo>
                    <a:pt x="1510891" y="666750"/>
                  </a:lnTo>
                  <a:lnTo>
                    <a:pt x="1516975" y="668867"/>
                  </a:lnTo>
                  <a:lnTo>
                    <a:pt x="1523323" y="671248"/>
                  </a:lnTo>
                  <a:lnTo>
                    <a:pt x="1529142" y="673894"/>
                  </a:lnTo>
                  <a:lnTo>
                    <a:pt x="1535226" y="676804"/>
                  </a:lnTo>
                  <a:lnTo>
                    <a:pt x="1540780" y="679979"/>
                  </a:lnTo>
                  <a:lnTo>
                    <a:pt x="1546599" y="683683"/>
                  </a:lnTo>
                  <a:lnTo>
                    <a:pt x="1551625" y="687123"/>
                  </a:lnTo>
                  <a:lnTo>
                    <a:pt x="1556915" y="691356"/>
                  </a:lnTo>
                  <a:lnTo>
                    <a:pt x="1561676" y="695590"/>
                  </a:lnTo>
                  <a:lnTo>
                    <a:pt x="1566437" y="700088"/>
                  </a:lnTo>
                  <a:lnTo>
                    <a:pt x="1570934" y="704850"/>
                  </a:lnTo>
                  <a:lnTo>
                    <a:pt x="1575431" y="709613"/>
                  </a:lnTo>
                  <a:lnTo>
                    <a:pt x="1579134" y="714640"/>
                  </a:lnTo>
                  <a:lnTo>
                    <a:pt x="1583101" y="719931"/>
                  </a:lnTo>
                  <a:lnTo>
                    <a:pt x="1586540" y="725223"/>
                  </a:lnTo>
                  <a:lnTo>
                    <a:pt x="1589978" y="731044"/>
                  </a:lnTo>
                  <a:lnTo>
                    <a:pt x="1592888" y="736600"/>
                  </a:lnTo>
                  <a:lnTo>
                    <a:pt x="1595533" y="742685"/>
                  </a:lnTo>
                  <a:lnTo>
                    <a:pt x="1597914" y="748771"/>
                  </a:lnTo>
                  <a:lnTo>
                    <a:pt x="1600030" y="754856"/>
                  </a:lnTo>
                  <a:lnTo>
                    <a:pt x="1601881" y="761206"/>
                  </a:lnTo>
                  <a:lnTo>
                    <a:pt x="1603204" y="767556"/>
                  </a:lnTo>
                  <a:lnTo>
                    <a:pt x="1604526" y="774435"/>
                  </a:lnTo>
                  <a:lnTo>
                    <a:pt x="1605320" y="781050"/>
                  </a:lnTo>
                  <a:lnTo>
                    <a:pt x="1605584" y="787665"/>
                  </a:lnTo>
                  <a:lnTo>
                    <a:pt x="1605849" y="794544"/>
                  </a:lnTo>
                  <a:lnTo>
                    <a:pt x="1604791" y="967581"/>
                  </a:lnTo>
                  <a:lnTo>
                    <a:pt x="1781745" y="968375"/>
                  </a:lnTo>
                  <a:lnTo>
                    <a:pt x="1788887" y="968640"/>
                  </a:lnTo>
                  <a:lnTo>
                    <a:pt x="1795764" y="969169"/>
                  </a:lnTo>
                  <a:lnTo>
                    <a:pt x="1802641" y="970227"/>
                  </a:lnTo>
                  <a:lnTo>
                    <a:pt x="1809518" y="971285"/>
                  </a:lnTo>
                  <a:lnTo>
                    <a:pt x="1815866" y="972873"/>
                  </a:lnTo>
                  <a:lnTo>
                    <a:pt x="1822479" y="974725"/>
                  </a:lnTo>
                  <a:lnTo>
                    <a:pt x="1828827" y="977106"/>
                  </a:lnTo>
                  <a:lnTo>
                    <a:pt x="1834911" y="979488"/>
                  </a:lnTo>
                  <a:lnTo>
                    <a:pt x="1840994" y="982133"/>
                  </a:lnTo>
                  <a:lnTo>
                    <a:pt x="1846813" y="985044"/>
                  </a:lnTo>
                  <a:lnTo>
                    <a:pt x="1852633" y="988219"/>
                  </a:lnTo>
                  <a:lnTo>
                    <a:pt x="1857923" y="991923"/>
                  </a:lnTo>
                  <a:lnTo>
                    <a:pt x="1863213" y="995363"/>
                  </a:lnTo>
                  <a:lnTo>
                    <a:pt x="1868503" y="999596"/>
                  </a:lnTo>
                  <a:lnTo>
                    <a:pt x="1873264" y="1003829"/>
                  </a:lnTo>
                  <a:lnTo>
                    <a:pt x="1878025" y="1008327"/>
                  </a:lnTo>
                  <a:lnTo>
                    <a:pt x="1882522" y="1012825"/>
                  </a:lnTo>
                  <a:lnTo>
                    <a:pt x="1886754" y="1017852"/>
                  </a:lnTo>
                  <a:lnTo>
                    <a:pt x="1890986" y="1022879"/>
                  </a:lnTo>
                  <a:lnTo>
                    <a:pt x="1894689" y="1027906"/>
                  </a:lnTo>
                  <a:lnTo>
                    <a:pt x="1898128" y="1033463"/>
                  </a:lnTo>
                  <a:lnTo>
                    <a:pt x="1901302" y="1039283"/>
                  </a:lnTo>
                  <a:lnTo>
                    <a:pt x="1904211" y="1044840"/>
                  </a:lnTo>
                  <a:lnTo>
                    <a:pt x="1907385" y="1050660"/>
                  </a:lnTo>
                  <a:lnTo>
                    <a:pt x="1909766" y="1056746"/>
                  </a:lnTo>
                  <a:lnTo>
                    <a:pt x="1911882" y="1063096"/>
                  </a:lnTo>
                  <a:lnTo>
                    <a:pt x="1913469" y="1069181"/>
                  </a:lnTo>
                  <a:lnTo>
                    <a:pt x="1915056" y="1075796"/>
                  </a:lnTo>
                  <a:lnTo>
                    <a:pt x="1916114" y="1082410"/>
                  </a:lnTo>
                  <a:lnTo>
                    <a:pt x="1916908" y="1089290"/>
                  </a:lnTo>
                  <a:lnTo>
                    <a:pt x="1917436" y="1095640"/>
                  </a:lnTo>
                  <a:lnTo>
                    <a:pt x="1917701" y="1102783"/>
                  </a:lnTo>
                  <a:lnTo>
                    <a:pt x="1917436" y="1109663"/>
                  </a:lnTo>
                  <a:lnTo>
                    <a:pt x="1916908" y="1116277"/>
                  </a:lnTo>
                  <a:lnTo>
                    <a:pt x="1915849" y="1123156"/>
                  </a:lnTo>
                  <a:lnTo>
                    <a:pt x="1914791" y="1129506"/>
                  </a:lnTo>
                  <a:lnTo>
                    <a:pt x="1913204" y="1136121"/>
                  </a:lnTo>
                  <a:lnTo>
                    <a:pt x="1911088" y="1142471"/>
                  </a:lnTo>
                  <a:lnTo>
                    <a:pt x="1908972" y="1148556"/>
                  </a:lnTo>
                  <a:lnTo>
                    <a:pt x="1906592" y="1154642"/>
                  </a:lnTo>
                  <a:lnTo>
                    <a:pt x="1903682" y="1160463"/>
                  </a:lnTo>
                  <a:lnTo>
                    <a:pt x="1900773" y="1166283"/>
                  </a:lnTo>
                  <a:lnTo>
                    <a:pt x="1897599" y="1171840"/>
                  </a:lnTo>
                  <a:lnTo>
                    <a:pt x="1893896" y="1177131"/>
                  </a:lnTo>
                  <a:lnTo>
                    <a:pt x="1889928" y="1182158"/>
                  </a:lnTo>
                  <a:lnTo>
                    <a:pt x="1885960" y="1187450"/>
                  </a:lnTo>
                  <a:lnTo>
                    <a:pt x="1881728" y="1192213"/>
                  </a:lnTo>
                  <a:lnTo>
                    <a:pt x="1876967" y="1196975"/>
                  </a:lnTo>
                  <a:lnTo>
                    <a:pt x="1872206" y="1201208"/>
                  </a:lnTo>
                  <a:lnTo>
                    <a:pt x="1867445" y="1205442"/>
                  </a:lnTo>
                  <a:lnTo>
                    <a:pt x="1862155" y="1209411"/>
                  </a:lnTo>
                  <a:lnTo>
                    <a:pt x="1856600" y="1212850"/>
                  </a:lnTo>
                  <a:lnTo>
                    <a:pt x="1851046" y="1216554"/>
                  </a:lnTo>
                  <a:lnTo>
                    <a:pt x="1845491" y="1219465"/>
                  </a:lnTo>
                  <a:lnTo>
                    <a:pt x="1839407" y="1222375"/>
                  </a:lnTo>
                  <a:lnTo>
                    <a:pt x="1833588" y="1225021"/>
                  </a:lnTo>
                  <a:lnTo>
                    <a:pt x="1827240" y="1227402"/>
                  </a:lnTo>
                  <a:lnTo>
                    <a:pt x="1821156" y="1229519"/>
                  </a:lnTo>
                  <a:lnTo>
                    <a:pt x="1814544" y="1231371"/>
                  </a:lnTo>
                  <a:lnTo>
                    <a:pt x="1807931" y="1232958"/>
                  </a:lnTo>
                  <a:lnTo>
                    <a:pt x="1801054" y="1234017"/>
                  </a:lnTo>
                  <a:lnTo>
                    <a:pt x="1794177" y="1234546"/>
                  </a:lnTo>
                  <a:lnTo>
                    <a:pt x="1787300" y="1235340"/>
                  </a:lnTo>
                  <a:lnTo>
                    <a:pt x="1780158" y="1235340"/>
                  </a:lnTo>
                  <a:lnTo>
                    <a:pt x="1603204" y="1234281"/>
                  </a:lnTo>
                  <a:lnTo>
                    <a:pt x="1602410" y="1407319"/>
                  </a:lnTo>
                  <a:lnTo>
                    <a:pt x="1602146" y="1413933"/>
                  </a:lnTo>
                  <a:lnTo>
                    <a:pt x="1601617" y="1420813"/>
                  </a:lnTo>
                  <a:lnTo>
                    <a:pt x="1600559" y="1427692"/>
                  </a:lnTo>
                  <a:lnTo>
                    <a:pt x="1599501" y="1434306"/>
                  </a:lnTo>
                  <a:lnTo>
                    <a:pt x="1597914" y="1440392"/>
                  </a:lnTo>
                  <a:lnTo>
                    <a:pt x="1595798" y="1446742"/>
                  </a:lnTo>
                  <a:lnTo>
                    <a:pt x="1593682" y="1453092"/>
                  </a:lnTo>
                  <a:lnTo>
                    <a:pt x="1591301" y="1459177"/>
                  </a:lnTo>
                  <a:lnTo>
                    <a:pt x="1588656" y="1464998"/>
                  </a:lnTo>
                  <a:lnTo>
                    <a:pt x="1585482" y="1470819"/>
                  </a:lnTo>
                  <a:lnTo>
                    <a:pt x="1582043" y="1476111"/>
                  </a:lnTo>
                  <a:lnTo>
                    <a:pt x="1578605" y="1481931"/>
                  </a:lnTo>
                  <a:lnTo>
                    <a:pt x="1574637" y="1486958"/>
                  </a:lnTo>
                  <a:lnTo>
                    <a:pt x="1570670" y="1491986"/>
                  </a:lnTo>
                  <a:lnTo>
                    <a:pt x="1566437" y="1496748"/>
                  </a:lnTo>
                  <a:lnTo>
                    <a:pt x="1561941" y="1501511"/>
                  </a:lnTo>
                  <a:lnTo>
                    <a:pt x="1557180" y="1505744"/>
                  </a:lnTo>
                  <a:lnTo>
                    <a:pt x="1552154" y="1509713"/>
                  </a:lnTo>
                  <a:lnTo>
                    <a:pt x="1546864" y="1513946"/>
                  </a:lnTo>
                  <a:lnTo>
                    <a:pt x="1541309" y="1517650"/>
                  </a:lnTo>
                  <a:lnTo>
                    <a:pt x="1536019" y="1521090"/>
                  </a:lnTo>
                  <a:lnTo>
                    <a:pt x="1530200" y="1524000"/>
                  </a:lnTo>
                  <a:lnTo>
                    <a:pt x="1524381" y="1527175"/>
                  </a:lnTo>
                  <a:lnTo>
                    <a:pt x="1518297" y="1529821"/>
                  </a:lnTo>
                  <a:lnTo>
                    <a:pt x="1511949" y="1532202"/>
                  </a:lnTo>
                  <a:lnTo>
                    <a:pt x="1505601" y="1534319"/>
                  </a:lnTo>
                  <a:lnTo>
                    <a:pt x="1499253" y="1535906"/>
                  </a:lnTo>
                  <a:lnTo>
                    <a:pt x="1492640" y="1537494"/>
                  </a:lnTo>
                  <a:lnTo>
                    <a:pt x="1485763" y="1538288"/>
                  </a:lnTo>
                  <a:lnTo>
                    <a:pt x="1478886" y="1539346"/>
                  </a:lnTo>
                  <a:lnTo>
                    <a:pt x="1472009" y="1539875"/>
                  </a:lnTo>
                  <a:lnTo>
                    <a:pt x="1464867" y="1539875"/>
                  </a:lnTo>
                  <a:lnTo>
                    <a:pt x="1458255" y="1539611"/>
                  </a:lnTo>
                  <a:lnTo>
                    <a:pt x="1451113" y="1539346"/>
                  </a:lnTo>
                  <a:lnTo>
                    <a:pt x="1444236" y="1538288"/>
                  </a:lnTo>
                  <a:lnTo>
                    <a:pt x="1437623" y="1536965"/>
                  </a:lnTo>
                  <a:lnTo>
                    <a:pt x="1431010" y="1535377"/>
                  </a:lnTo>
                  <a:lnTo>
                    <a:pt x="1424398" y="1533525"/>
                  </a:lnTo>
                  <a:lnTo>
                    <a:pt x="1418314" y="1531673"/>
                  </a:lnTo>
                  <a:lnTo>
                    <a:pt x="1411966" y="1529292"/>
                  </a:lnTo>
                  <a:lnTo>
                    <a:pt x="1406147" y="1526381"/>
                  </a:lnTo>
                  <a:lnTo>
                    <a:pt x="1400063" y="1523471"/>
                  </a:lnTo>
                  <a:lnTo>
                    <a:pt x="1394509" y="1520296"/>
                  </a:lnTo>
                  <a:lnTo>
                    <a:pt x="1388690" y="1516592"/>
                  </a:lnTo>
                  <a:lnTo>
                    <a:pt x="1383399" y="1512888"/>
                  </a:lnTo>
                  <a:lnTo>
                    <a:pt x="1378374" y="1508919"/>
                  </a:lnTo>
                  <a:lnTo>
                    <a:pt x="1373348" y="1504686"/>
                  </a:lnTo>
                  <a:lnTo>
                    <a:pt x="1368852" y="1500188"/>
                  </a:lnTo>
                  <a:lnTo>
                    <a:pt x="1364355" y="1495425"/>
                  </a:lnTo>
                  <a:lnTo>
                    <a:pt x="1359858" y="1490663"/>
                  </a:lnTo>
                  <a:lnTo>
                    <a:pt x="1356155" y="1485636"/>
                  </a:lnTo>
                  <a:lnTo>
                    <a:pt x="1352188" y="1480344"/>
                  </a:lnTo>
                  <a:lnTo>
                    <a:pt x="1348749" y="1475052"/>
                  </a:lnTo>
                  <a:lnTo>
                    <a:pt x="1345311" y="1469496"/>
                  </a:lnTo>
                  <a:lnTo>
                    <a:pt x="1342401" y="1463675"/>
                  </a:lnTo>
                  <a:lnTo>
                    <a:pt x="1339756" y="1457854"/>
                  </a:lnTo>
                  <a:lnTo>
                    <a:pt x="1337375" y="1451504"/>
                  </a:lnTo>
                  <a:lnTo>
                    <a:pt x="1335259" y="1445154"/>
                  </a:lnTo>
                  <a:lnTo>
                    <a:pt x="1333408" y="1439069"/>
                  </a:lnTo>
                  <a:lnTo>
                    <a:pt x="1332085" y="1432454"/>
                  </a:lnTo>
                  <a:lnTo>
                    <a:pt x="1330763" y="1425840"/>
                  </a:lnTo>
                  <a:lnTo>
                    <a:pt x="1329969" y="1419490"/>
                  </a:lnTo>
                  <a:lnTo>
                    <a:pt x="1329440" y="1412611"/>
                  </a:lnTo>
                  <a:lnTo>
                    <a:pt x="1329440" y="1405731"/>
                  </a:lnTo>
                  <a:lnTo>
                    <a:pt x="1330234" y="1232958"/>
                  </a:lnTo>
                  <a:lnTo>
                    <a:pt x="1153279" y="1231636"/>
                  </a:lnTo>
                  <a:lnTo>
                    <a:pt x="1146402" y="1231371"/>
                  </a:lnTo>
                  <a:lnTo>
                    <a:pt x="1139525" y="1231106"/>
                  </a:lnTo>
                  <a:lnTo>
                    <a:pt x="1132648" y="1230048"/>
                  </a:lnTo>
                  <a:lnTo>
                    <a:pt x="1125771" y="1228990"/>
                  </a:lnTo>
                  <a:lnTo>
                    <a:pt x="1119423" y="1227138"/>
                  </a:lnTo>
                  <a:lnTo>
                    <a:pt x="1112810" y="1225286"/>
                  </a:lnTo>
                  <a:lnTo>
                    <a:pt x="1106462" y="1223433"/>
                  </a:lnTo>
                  <a:lnTo>
                    <a:pt x="1100378" y="1221052"/>
                  </a:lnTo>
                  <a:lnTo>
                    <a:pt x="1094295" y="1218406"/>
                  </a:lnTo>
                  <a:lnTo>
                    <a:pt x="1088476" y="1215231"/>
                  </a:lnTo>
                  <a:lnTo>
                    <a:pt x="1082656" y="1212056"/>
                  </a:lnTo>
                  <a:lnTo>
                    <a:pt x="1077102" y="1208352"/>
                  </a:lnTo>
                  <a:lnTo>
                    <a:pt x="1071812" y="1204648"/>
                  </a:lnTo>
                  <a:lnTo>
                    <a:pt x="1066786" y="1200679"/>
                  </a:lnTo>
                  <a:lnTo>
                    <a:pt x="1062025" y="1196446"/>
                  </a:lnTo>
                  <a:lnTo>
                    <a:pt x="1057264" y="1192213"/>
                  </a:lnTo>
                  <a:lnTo>
                    <a:pt x="1052767" y="1187450"/>
                  </a:lnTo>
                  <a:lnTo>
                    <a:pt x="1048271" y="1182688"/>
                  </a:lnTo>
                  <a:lnTo>
                    <a:pt x="1044303" y="1177396"/>
                  </a:lnTo>
                  <a:lnTo>
                    <a:pt x="1040600" y="1172104"/>
                  </a:lnTo>
                  <a:lnTo>
                    <a:pt x="1036897" y="1166813"/>
                  </a:lnTo>
                  <a:lnTo>
                    <a:pt x="1033723" y="1161256"/>
                  </a:lnTo>
                  <a:lnTo>
                    <a:pt x="1030549" y="1155435"/>
                  </a:lnTo>
                  <a:lnTo>
                    <a:pt x="1027904" y="1149615"/>
                  </a:lnTo>
                  <a:lnTo>
                    <a:pt x="1025523" y="1143265"/>
                  </a:lnTo>
                  <a:lnTo>
                    <a:pt x="1023407" y="1137444"/>
                  </a:lnTo>
                  <a:lnTo>
                    <a:pt x="1021820" y="1130829"/>
                  </a:lnTo>
                  <a:lnTo>
                    <a:pt x="1020233" y="1124215"/>
                  </a:lnTo>
                  <a:lnTo>
                    <a:pt x="1019175" y="1117600"/>
                  </a:lnTo>
                  <a:lnTo>
                    <a:pt x="1018117" y="1111250"/>
                  </a:lnTo>
                  <a:lnTo>
                    <a:pt x="1017853" y="1104371"/>
                  </a:lnTo>
                  <a:lnTo>
                    <a:pt x="1017588" y="1097492"/>
                  </a:lnTo>
                  <a:lnTo>
                    <a:pt x="1017853" y="1090613"/>
                  </a:lnTo>
                  <a:lnTo>
                    <a:pt x="1018382" y="1083733"/>
                  </a:lnTo>
                  <a:lnTo>
                    <a:pt x="1019440" y="1077383"/>
                  </a:lnTo>
                  <a:lnTo>
                    <a:pt x="1020498" y="1070769"/>
                  </a:lnTo>
                  <a:lnTo>
                    <a:pt x="1022085" y="1064154"/>
                  </a:lnTo>
                  <a:lnTo>
                    <a:pt x="1024201" y="1057804"/>
                  </a:lnTo>
                  <a:lnTo>
                    <a:pt x="1026317" y="1051719"/>
                  </a:lnTo>
                  <a:lnTo>
                    <a:pt x="1028697" y="1045633"/>
                  </a:lnTo>
                  <a:lnTo>
                    <a:pt x="1031607" y="1039813"/>
                  </a:lnTo>
                  <a:lnTo>
                    <a:pt x="1034516" y="1033992"/>
                  </a:lnTo>
                  <a:lnTo>
                    <a:pt x="1037690" y="1028435"/>
                  </a:lnTo>
                  <a:lnTo>
                    <a:pt x="1041394" y="1023144"/>
                  </a:lnTo>
                  <a:lnTo>
                    <a:pt x="1045361" y="1017852"/>
                  </a:lnTo>
                  <a:lnTo>
                    <a:pt x="1049329" y="1012825"/>
                  </a:lnTo>
                  <a:lnTo>
                    <a:pt x="1053561" y="1008063"/>
                  </a:lnTo>
                  <a:lnTo>
                    <a:pt x="1058057" y="1003565"/>
                  </a:lnTo>
                  <a:lnTo>
                    <a:pt x="1062818" y="999067"/>
                  </a:lnTo>
                  <a:lnTo>
                    <a:pt x="1067844" y="994833"/>
                  </a:lnTo>
                  <a:lnTo>
                    <a:pt x="1073134" y="990865"/>
                  </a:lnTo>
                  <a:lnTo>
                    <a:pt x="1078689" y="987160"/>
                  </a:lnTo>
                  <a:lnTo>
                    <a:pt x="1083979" y="983721"/>
                  </a:lnTo>
                  <a:lnTo>
                    <a:pt x="1089798" y="980546"/>
                  </a:lnTo>
                  <a:lnTo>
                    <a:pt x="1095617" y="977635"/>
                  </a:lnTo>
                  <a:lnTo>
                    <a:pt x="1101701" y="975254"/>
                  </a:lnTo>
                  <a:lnTo>
                    <a:pt x="1108049" y="972873"/>
                  </a:lnTo>
                  <a:lnTo>
                    <a:pt x="1114133" y="970756"/>
                  </a:lnTo>
                  <a:lnTo>
                    <a:pt x="1120745" y="968904"/>
                  </a:lnTo>
                  <a:lnTo>
                    <a:pt x="1127358" y="967581"/>
                  </a:lnTo>
                  <a:lnTo>
                    <a:pt x="1134235" y="966258"/>
                  </a:lnTo>
                  <a:lnTo>
                    <a:pt x="1141112" y="965465"/>
                  </a:lnTo>
                  <a:lnTo>
                    <a:pt x="1147989" y="965200"/>
                  </a:lnTo>
                  <a:lnTo>
                    <a:pt x="1155131" y="964935"/>
                  </a:lnTo>
                  <a:lnTo>
                    <a:pt x="1332085" y="965994"/>
                  </a:lnTo>
                  <a:lnTo>
                    <a:pt x="1332879" y="793221"/>
                  </a:lnTo>
                  <a:lnTo>
                    <a:pt x="1333143" y="786342"/>
                  </a:lnTo>
                  <a:lnTo>
                    <a:pt x="1333672" y="779463"/>
                  </a:lnTo>
                  <a:lnTo>
                    <a:pt x="1334730" y="772583"/>
                  </a:lnTo>
                  <a:lnTo>
                    <a:pt x="1335788" y="765969"/>
                  </a:lnTo>
                  <a:lnTo>
                    <a:pt x="1337375" y="759883"/>
                  </a:lnTo>
                  <a:lnTo>
                    <a:pt x="1339227" y="753269"/>
                  </a:lnTo>
                  <a:lnTo>
                    <a:pt x="1341608" y="747448"/>
                  </a:lnTo>
                  <a:lnTo>
                    <a:pt x="1343988" y="741098"/>
                  </a:lnTo>
                  <a:lnTo>
                    <a:pt x="1346633" y="735013"/>
                  </a:lnTo>
                  <a:lnTo>
                    <a:pt x="1349807" y="729456"/>
                  </a:lnTo>
                  <a:lnTo>
                    <a:pt x="1353246" y="723900"/>
                  </a:lnTo>
                  <a:lnTo>
                    <a:pt x="1356684" y="718344"/>
                  </a:lnTo>
                  <a:lnTo>
                    <a:pt x="1360652" y="713317"/>
                  </a:lnTo>
                  <a:lnTo>
                    <a:pt x="1364355" y="708290"/>
                  </a:lnTo>
                  <a:lnTo>
                    <a:pt x="1368852" y="703527"/>
                  </a:lnTo>
                  <a:lnTo>
                    <a:pt x="1373348" y="698765"/>
                  </a:lnTo>
                  <a:lnTo>
                    <a:pt x="1378109" y="694267"/>
                  </a:lnTo>
                  <a:lnTo>
                    <a:pt x="1383135" y="690298"/>
                  </a:lnTo>
                  <a:lnTo>
                    <a:pt x="1388161" y="686329"/>
                  </a:lnTo>
                  <a:lnTo>
                    <a:pt x="1393451" y="682890"/>
                  </a:lnTo>
                  <a:lnTo>
                    <a:pt x="1399270" y="679186"/>
                  </a:lnTo>
                  <a:lnTo>
                    <a:pt x="1404824" y="676275"/>
                  </a:lnTo>
                  <a:lnTo>
                    <a:pt x="1410908" y="673365"/>
                  </a:lnTo>
                  <a:lnTo>
                    <a:pt x="1416992" y="670454"/>
                  </a:lnTo>
                  <a:lnTo>
                    <a:pt x="1423075" y="668073"/>
                  </a:lnTo>
                  <a:lnTo>
                    <a:pt x="1429688" y="666221"/>
                  </a:lnTo>
                  <a:lnTo>
                    <a:pt x="1436036" y="664369"/>
                  </a:lnTo>
                  <a:lnTo>
                    <a:pt x="1442649" y="662781"/>
                  </a:lnTo>
                  <a:lnTo>
                    <a:pt x="1449261" y="661988"/>
                  </a:lnTo>
                  <a:lnTo>
                    <a:pt x="1456138" y="660929"/>
                  </a:lnTo>
                  <a:lnTo>
                    <a:pt x="1463280" y="660400"/>
                  </a:lnTo>
                  <a:close/>
                  <a:moveTo>
                    <a:pt x="714108" y="0"/>
                  </a:moveTo>
                  <a:lnTo>
                    <a:pt x="723364" y="0"/>
                  </a:lnTo>
                  <a:lnTo>
                    <a:pt x="732621" y="264"/>
                  </a:lnTo>
                  <a:lnTo>
                    <a:pt x="741349" y="529"/>
                  </a:lnTo>
                  <a:lnTo>
                    <a:pt x="750606" y="1058"/>
                  </a:lnTo>
                  <a:lnTo>
                    <a:pt x="759599" y="2115"/>
                  </a:lnTo>
                  <a:lnTo>
                    <a:pt x="768591" y="3173"/>
                  </a:lnTo>
                  <a:lnTo>
                    <a:pt x="777319" y="4495"/>
                  </a:lnTo>
                  <a:lnTo>
                    <a:pt x="786312" y="5817"/>
                  </a:lnTo>
                  <a:lnTo>
                    <a:pt x="795040" y="7404"/>
                  </a:lnTo>
                  <a:lnTo>
                    <a:pt x="803503" y="9520"/>
                  </a:lnTo>
                  <a:lnTo>
                    <a:pt x="812231" y="11635"/>
                  </a:lnTo>
                  <a:lnTo>
                    <a:pt x="820959" y="14015"/>
                  </a:lnTo>
                  <a:lnTo>
                    <a:pt x="829158" y="16395"/>
                  </a:lnTo>
                  <a:lnTo>
                    <a:pt x="837622" y="19039"/>
                  </a:lnTo>
                  <a:lnTo>
                    <a:pt x="845821" y="21948"/>
                  </a:lnTo>
                  <a:lnTo>
                    <a:pt x="853755" y="24856"/>
                  </a:lnTo>
                  <a:lnTo>
                    <a:pt x="861954" y="28294"/>
                  </a:lnTo>
                  <a:lnTo>
                    <a:pt x="869889" y="31732"/>
                  </a:lnTo>
                  <a:lnTo>
                    <a:pt x="877559" y="35434"/>
                  </a:lnTo>
                  <a:lnTo>
                    <a:pt x="885493" y="39136"/>
                  </a:lnTo>
                  <a:lnTo>
                    <a:pt x="892899" y="43102"/>
                  </a:lnTo>
                  <a:lnTo>
                    <a:pt x="900569" y="47333"/>
                  </a:lnTo>
                  <a:lnTo>
                    <a:pt x="907710" y="51299"/>
                  </a:lnTo>
                  <a:lnTo>
                    <a:pt x="915116" y="56059"/>
                  </a:lnTo>
                  <a:lnTo>
                    <a:pt x="922257" y="60554"/>
                  </a:lnTo>
                  <a:lnTo>
                    <a:pt x="929398" y="65314"/>
                  </a:lnTo>
                  <a:lnTo>
                    <a:pt x="936274" y="70338"/>
                  </a:lnTo>
                  <a:lnTo>
                    <a:pt x="943151" y="75362"/>
                  </a:lnTo>
                  <a:lnTo>
                    <a:pt x="949763" y="80915"/>
                  </a:lnTo>
                  <a:lnTo>
                    <a:pt x="956111" y="86204"/>
                  </a:lnTo>
                  <a:lnTo>
                    <a:pt x="962458" y="91757"/>
                  </a:lnTo>
                  <a:lnTo>
                    <a:pt x="968806" y="97575"/>
                  </a:lnTo>
                  <a:lnTo>
                    <a:pt x="974889" y="103392"/>
                  </a:lnTo>
                  <a:lnTo>
                    <a:pt x="980972" y="109474"/>
                  </a:lnTo>
                  <a:lnTo>
                    <a:pt x="986526" y="115556"/>
                  </a:lnTo>
                  <a:lnTo>
                    <a:pt x="992080" y="121902"/>
                  </a:lnTo>
                  <a:lnTo>
                    <a:pt x="997635" y="128513"/>
                  </a:lnTo>
                  <a:lnTo>
                    <a:pt x="1002924" y="134859"/>
                  </a:lnTo>
                  <a:lnTo>
                    <a:pt x="1008214" y="141470"/>
                  </a:lnTo>
                  <a:lnTo>
                    <a:pt x="1013239" y="148345"/>
                  </a:lnTo>
                  <a:lnTo>
                    <a:pt x="1018000" y="155220"/>
                  </a:lnTo>
                  <a:lnTo>
                    <a:pt x="1022761" y="162360"/>
                  </a:lnTo>
                  <a:lnTo>
                    <a:pt x="1027257" y="169499"/>
                  </a:lnTo>
                  <a:lnTo>
                    <a:pt x="1031489" y="176903"/>
                  </a:lnTo>
                  <a:lnTo>
                    <a:pt x="1035720" y="184043"/>
                  </a:lnTo>
                  <a:lnTo>
                    <a:pt x="1039688" y="191711"/>
                  </a:lnTo>
                  <a:lnTo>
                    <a:pt x="1043655" y="199115"/>
                  </a:lnTo>
                  <a:lnTo>
                    <a:pt x="1047093" y="206784"/>
                  </a:lnTo>
                  <a:lnTo>
                    <a:pt x="1050532" y="214717"/>
                  </a:lnTo>
                  <a:lnTo>
                    <a:pt x="1053705" y="222650"/>
                  </a:lnTo>
                  <a:lnTo>
                    <a:pt x="1057144" y="230318"/>
                  </a:lnTo>
                  <a:lnTo>
                    <a:pt x="1059788" y="238780"/>
                  </a:lnTo>
                  <a:lnTo>
                    <a:pt x="1062433" y="246713"/>
                  </a:lnTo>
                  <a:lnTo>
                    <a:pt x="1064814" y="255175"/>
                  </a:lnTo>
                  <a:lnTo>
                    <a:pt x="1067194" y="263372"/>
                  </a:lnTo>
                  <a:lnTo>
                    <a:pt x="1069310" y="271834"/>
                  </a:lnTo>
                  <a:lnTo>
                    <a:pt x="1070897" y="280031"/>
                  </a:lnTo>
                  <a:lnTo>
                    <a:pt x="1072484" y="288757"/>
                  </a:lnTo>
                  <a:lnTo>
                    <a:pt x="1074071" y="297219"/>
                  </a:lnTo>
                  <a:lnTo>
                    <a:pt x="1075129" y="305945"/>
                  </a:lnTo>
                  <a:lnTo>
                    <a:pt x="1076186" y="314936"/>
                  </a:lnTo>
                  <a:lnTo>
                    <a:pt x="1076980" y="323397"/>
                  </a:lnTo>
                  <a:lnTo>
                    <a:pt x="1077509" y="332388"/>
                  </a:lnTo>
                  <a:lnTo>
                    <a:pt x="1077773" y="341379"/>
                  </a:lnTo>
                  <a:lnTo>
                    <a:pt x="1077773" y="350369"/>
                  </a:lnTo>
                  <a:lnTo>
                    <a:pt x="1077509" y="359360"/>
                  </a:lnTo>
                  <a:lnTo>
                    <a:pt x="1077244" y="368350"/>
                  </a:lnTo>
                  <a:lnTo>
                    <a:pt x="1076716" y="377341"/>
                  </a:lnTo>
                  <a:lnTo>
                    <a:pt x="1075658" y="385803"/>
                  </a:lnTo>
                  <a:lnTo>
                    <a:pt x="1074600" y="394793"/>
                  </a:lnTo>
                  <a:lnTo>
                    <a:pt x="1073277" y="403519"/>
                  </a:lnTo>
                  <a:lnTo>
                    <a:pt x="1071955" y="411981"/>
                  </a:lnTo>
                  <a:lnTo>
                    <a:pt x="1070103" y="420707"/>
                  </a:lnTo>
                  <a:lnTo>
                    <a:pt x="1068252" y="428905"/>
                  </a:lnTo>
                  <a:lnTo>
                    <a:pt x="1065872" y="437366"/>
                  </a:lnTo>
                  <a:lnTo>
                    <a:pt x="1063756" y="445564"/>
                  </a:lnTo>
                  <a:lnTo>
                    <a:pt x="1061111" y="454026"/>
                  </a:lnTo>
                  <a:lnTo>
                    <a:pt x="1058466" y="461958"/>
                  </a:lnTo>
                  <a:lnTo>
                    <a:pt x="1055557" y="469891"/>
                  </a:lnTo>
                  <a:lnTo>
                    <a:pt x="1052383" y="478089"/>
                  </a:lnTo>
                  <a:lnTo>
                    <a:pt x="1048945" y="485757"/>
                  </a:lnTo>
                  <a:lnTo>
                    <a:pt x="1045506" y="493426"/>
                  </a:lnTo>
                  <a:lnTo>
                    <a:pt x="1041804" y="501358"/>
                  </a:lnTo>
                  <a:lnTo>
                    <a:pt x="1038101" y="508762"/>
                  </a:lnTo>
                  <a:lnTo>
                    <a:pt x="1033869" y="516166"/>
                  </a:lnTo>
                  <a:lnTo>
                    <a:pt x="1029637" y="523570"/>
                  </a:lnTo>
                  <a:lnTo>
                    <a:pt x="1025141" y="530710"/>
                  </a:lnTo>
                  <a:lnTo>
                    <a:pt x="1020380" y="537850"/>
                  </a:lnTo>
                  <a:lnTo>
                    <a:pt x="1015620" y="544725"/>
                  </a:lnTo>
                  <a:lnTo>
                    <a:pt x="1010859" y="551864"/>
                  </a:lnTo>
                  <a:lnTo>
                    <a:pt x="1005834" y="558211"/>
                  </a:lnTo>
                  <a:lnTo>
                    <a:pt x="1000544" y="564821"/>
                  </a:lnTo>
                  <a:lnTo>
                    <a:pt x="995254" y="571432"/>
                  </a:lnTo>
                  <a:lnTo>
                    <a:pt x="989436" y="578043"/>
                  </a:lnTo>
                  <a:lnTo>
                    <a:pt x="983882" y="584125"/>
                  </a:lnTo>
                  <a:lnTo>
                    <a:pt x="977798" y="590207"/>
                  </a:lnTo>
                  <a:lnTo>
                    <a:pt x="971980" y="596024"/>
                  </a:lnTo>
                  <a:lnTo>
                    <a:pt x="965632" y="601842"/>
                  </a:lnTo>
                  <a:lnTo>
                    <a:pt x="959549" y="607659"/>
                  </a:lnTo>
                  <a:lnTo>
                    <a:pt x="953201" y="612948"/>
                  </a:lnTo>
                  <a:lnTo>
                    <a:pt x="946325" y="618501"/>
                  </a:lnTo>
                  <a:lnTo>
                    <a:pt x="939713" y="623789"/>
                  </a:lnTo>
                  <a:lnTo>
                    <a:pt x="933100" y="628813"/>
                  </a:lnTo>
                  <a:lnTo>
                    <a:pt x="926224" y="633573"/>
                  </a:lnTo>
                  <a:lnTo>
                    <a:pt x="919083" y="638333"/>
                  </a:lnTo>
                  <a:lnTo>
                    <a:pt x="911942" y="642828"/>
                  </a:lnTo>
                  <a:lnTo>
                    <a:pt x="904536" y="647323"/>
                  </a:lnTo>
                  <a:lnTo>
                    <a:pt x="897131" y="651290"/>
                  </a:lnTo>
                  <a:lnTo>
                    <a:pt x="889461" y="655521"/>
                  </a:lnTo>
                  <a:lnTo>
                    <a:pt x="881791" y="659487"/>
                  </a:lnTo>
                  <a:lnTo>
                    <a:pt x="874120" y="663189"/>
                  </a:lnTo>
                  <a:lnTo>
                    <a:pt x="866186" y="666627"/>
                  </a:lnTo>
                  <a:lnTo>
                    <a:pt x="857987" y="670064"/>
                  </a:lnTo>
                  <a:lnTo>
                    <a:pt x="850052" y="672973"/>
                  </a:lnTo>
                  <a:lnTo>
                    <a:pt x="841853" y="676146"/>
                  </a:lnTo>
                  <a:lnTo>
                    <a:pt x="833654" y="679055"/>
                  </a:lnTo>
                  <a:lnTo>
                    <a:pt x="825455" y="681699"/>
                  </a:lnTo>
                  <a:lnTo>
                    <a:pt x="816992" y="684079"/>
                  </a:lnTo>
                  <a:lnTo>
                    <a:pt x="808264" y="686195"/>
                  </a:lnTo>
                  <a:lnTo>
                    <a:pt x="799800" y="688310"/>
                  </a:lnTo>
                  <a:lnTo>
                    <a:pt x="791072" y="690161"/>
                  </a:lnTo>
                  <a:lnTo>
                    <a:pt x="782609" y="691483"/>
                  </a:lnTo>
                  <a:lnTo>
                    <a:pt x="773616" y="693070"/>
                  </a:lnTo>
                  <a:lnTo>
                    <a:pt x="764624" y="694128"/>
                  </a:lnTo>
                  <a:lnTo>
                    <a:pt x="755632" y="695185"/>
                  </a:lnTo>
                  <a:lnTo>
                    <a:pt x="746639" y="695714"/>
                  </a:lnTo>
                  <a:lnTo>
                    <a:pt x="737647" y="696243"/>
                  </a:lnTo>
                  <a:lnTo>
                    <a:pt x="728390" y="696507"/>
                  </a:lnTo>
                  <a:lnTo>
                    <a:pt x="719133" y="696507"/>
                  </a:lnTo>
                  <a:lnTo>
                    <a:pt x="709876" y="696507"/>
                  </a:lnTo>
                  <a:lnTo>
                    <a:pt x="700883" y="695979"/>
                  </a:lnTo>
                  <a:lnTo>
                    <a:pt x="691891" y="695450"/>
                  </a:lnTo>
                  <a:lnTo>
                    <a:pt x="682898" y="694392"/>
                  </a:lnTo>
                  <a:lnTo>
                    <a:pt x="673906" y="693599"/>
                  </a:lnTo>
                  <a:lnTo>
                    <a:pt x="664913" y="692541"/>
                  </a:lnTo>
                  <a:lnTo>
                    <a:pt x="656186" y="690954"/>
                  </a:lnTo>
                  <a:lnTo>
                    <a:pt x="647458" y="689103"/>
                  </a:lnTo>
                  <a:lnTo>
                    <a:pt x="638730" y="687252"/>
                  </a:lnTo>
                  <a:lnTo>
                    <a:pt x="630266" y="684872"/>
                  </a:lnTo>
                  <a:lnTo>
                    <a:pt x="621538" y="683021"/>
                  </a:lnTo>
                  <a:lnTo>
                    <a:pt x="613339" y="680113"/>
                  </a:lnTo>
                  <a:lnTo>
                    <a:pt x="604876" y="677468"/>
                  </a:lnTo>
                  <a:lnTo>
                    <a:pt x="596676" y="674824"/>
                  </a:lnTo>
                  <a:lnTo>
                    <a:pt x="588478" y="671651"/>
                  </a:lnTo>
                  <a:lnTo>
                    <a:pt x="580543" y="668213"/>
                  </a:lnTo>
                  <a:lnTo>
                    <a:pt x="572873" y="665040"/>
                  </a:lnTo>
                  <a:lnTo>
                    <a:pt x="564674" y="661603"/>
                  </a:lnTo>
                  <a:lnTo>
                    <a:pt x="557004" y="657636"/>
                  </a:lnTo>
                  <a:lnTo>
                    <a:pt x="549598" y="653405"/>
                  </a:lnTo>
                  <a:lnTo>
                    <a:pt x="541928" y="649439"/>
                  </a:lnTo>
                  <a:lnTo>
                    <a:pt x="534787" y="645208"/>
                  </a:lnTo>
                  <a:lnTo>
                    <a:pt x="527382" y="640713"/>
                  </a:lnTo>
                  <a:lnTo>
                    <a:pt x="520241" y="635953"/>
                  </a:lnTo>
                  <a:lnTo>
                    <a:pt x="513364" y="631193"/>
                  </a:lnTo>
                  <a:lnTo>
                    <a:pt x="506223" y="626169"/>
                  </a:lnTo>
                  <a:lnTo>
                    <a:pt x="499611" y="621145"/>
                  </a:lnTo>
                  <a:lnTo>
                    <a:pt x="492734" y="615592"/>
                  </a:lnTo>
                  <a:lnTo>
                    <a:pt x="486122" y="610303"/>
                  </a:lnTo>
                  <a:lnTo>
                    <a:pt x="480039" y="604750"/>
                  </a:lnTo>
                  <a:lnTo>
                    <a:pt x="473691" y="598933"/>
                  </a:lnTo>
                  <a:lnTo>
                    <a:pt x="467873" y="593115"/>
                  </a:lnTo>
                  <a:lnTo>
                    <a:pt x="461790" y="587298"/>
                  </a:lnTo>
                  <a:lnTo>
                    <a:pt x="455971" y="580952"/>
                  </a:lnTo>
                  <a:lnTo>
                    <a:pt x="450152" y="574605"/>
                  </a:lnTo>
                  <a:lnTo>
                    <a:pt x="444863" y="568523"/>
                  </a:lnTo>
                  <a:lnTo>
                    <a:pt x="439573" y="561913"/>
                  </a:lnTo>
                  <a:lnTo>
                    <a:pt x="434283" y="555038"/>
                  </a:lnTo>
                  <a:lnTo>
                    <a:pt x="429258" y="548162"/>
                  </a:lnTo>
                  <a:lnTo>
                    <a:pt x="424497" y="541287"/>
                  </a:lnTo>
                  <a:lnTo>
                    <a:pt x="419737" y="534148"/>
                  </a:lnTo>
                  <a:lnTo>
                    <a:pt x="415240" y="527008"/>
                  </a:lnTo>
                  <a:lnTo>
                    <a:pt x="411009" y="519868"/>
                  </a:lnTo>
                  <a:lnTo>
                    <a:pt x="406777" y="512464"/>
                  </a:lnTo>
                  <a:lnTo>
                    <a:pt x="402545" y="505060"/>
                  </a:lnTo>
                  <a:lnTo>
                    <a:pt x="398842" y="497392"/>
                  </a:lnTo>
                  <a:lnTo>
                    <a:pt x="395140" y="489988"/>
                  </a:lnTo>
                  <a:lnTo>
                    <a:pt x="391966" y="481791"/>
                  </a:lnTo>
                  <a:lnTo>
                    <a:pt x="388792" y="474122"/>
                  </a:lnTo>
                  <a:lnTo>
                    <a:pt x="385618" y="466189"/>
                  </a:lnTo>
                  <a:lnTo>
                    <a:pt x="382709" y="458256"/>
                  </a:lnTo>
                  <a:lnTo>
                    <a:pt x="380064" y="449795"/>
                  </a:lnTo>
                  <a:lnTo>
                    <a:pt x="377684" y="441862"/>
                  </a:lnTo>
                  <a:lnTo>
                    <a:pt x="375303" y="433400"/>
                  </a:lnTo>
                  <a:lnTo>
                    <a:pt x="373187" y="425203"/>
                  </a:lnTo>
                  <a:lnTo>
                    <a:pt x="371336" y="416477"/>
                  </a:lnTo>
                  <a:lnTo>
                    <a:pt x="370014" y="407750"/>
                  </a:lnTo>
                  <a:lnTo>
                    <a:pt x="368427" y="399289"/>
                  </a:lnTo>
                  <a:lnTo>
                    <a:pt x="367369" y="390562"/>
                  </a:lnTo>
                  <a:lnTo>
                    <a:pt x="366311" y="382101"/>
                  </a:lnTo>
                  <a:lnTo>
                    <a:pt x="365517" y="373110"/>
                  </a:lnTo>
                  <a:lnTo>
                    <a:pt x="364988" y="364120"/>
                  </a:lnTo>
                  <a:lnTo>
                    <a:pt x="364724" y="355129"/>
                  </a:lnTo>
                  <a:lnTo>
                    <a:pt x="364724" y="346403"/>
                  </a:lnTo>
                  <a:lnTo>
                    <a:pt x="364988" y="337412"/>
                  </a:lnTo>
                  <a:lnTo>
                    <a:pt x="365253" y="328422"/>
                  </a:lnTo>
                  <a:lnTo>
                    <a:pt x="365782" y="319695"/>
                  </a:lnTo>
                  <a:lnTo>
                    <a:pt x="366575" y="310705"/>
                  </a:lnTo>
                  <a:lnTo>
                    <a:pt x="367898" y="301979"/>
                  </a:lnTo>
                  <a:lnTo>
                    <a:pt x="368956" y="292988"/>
                  </a:lnTo>
                  <a:lnTo>
                    <a:pt x="370542" y="284791"/>
                  </a:lnTo>
                  <a:lnTo>
                    <a:pt x="372394" y="276064"/>
                  </a:lnTo>
                  <a:lnTo>
                    <a:pt x="374245" y="267603"/>
                  </a:lnTo>
                  <a:lnTo>
                    <a:pt x="376626" y="259141"/>
                  </a:lnTo>
                  <a:lnTo>
                    <a:pt x="378477" y="250944"/>
                  </a:lnTo>
                  <a:lnTo>
                    <a:pt x="381386" y="242746"/>
                  </a:lnTo>
                  <a:lnTo>
                    <a:pt x="384031" y="234549"/>
                  </a:lnTo>
                  <a:lnTo>
                    <a:pt x="386940" y="226616"/>
                  </a:lnTo>
                  <a:lnTo>
                    <a:pt x="390114" y="218683"/>
                  </a:lnTo>
                  <a:lnTo>
                    <a:pt x="393553" y="210750"/>
                  </a:lnTo>
                  <a:lnTo>
                    <a:pt x="396991" y="203082"/>
                  </a:lnTo>
                  <a:lnTo>
                    <a:pt x="400694" y="195678"/>
                  </a:lnTo>
                  <a:lnTo>
                    <a:pt x="404396" y="187745"/>
                  </a:lnTo>
                  <a:lnTo>
                    <a:pt x="408628" y="180341"/>
                  </a:lnTo>
                  <a:lnTo>
                    <a:pt x="412860" y="173201"/>
                  </a:lnTo>
                  <a:lnTo>
                    <a:pt x="417356" y="165797"/>
                  </a:lnTo>
                  <a:lnTo>
                    <a:pt x="422117" y="158658"/>
                  </a:lnTo>
                  <a:lnTo>
                    <a:pt x="426878" y="151783"/>
                  </a:lnTo>
                  <a:lnTo>
                    <a:pt x="431638" y="144907"/>
                  </a:lnTo>
                  <a:lnTo>
                    <a:pt x="436664" y="138297"/>
                  </a:lnTo>
                  <a:lnTo>
                    <a:pt x="441953" y="131686"/>
                  </a:lnTo>
                  <a:lnTo>
                    <a:pt x="447243" y="125075"/>
                  </a:lnTo>
                  <a:lnTo>
                    <a:pt x="453062" y="118993"/>
                  </a:lnTo>
                  <a:lnTo>
                    <a:pt x="458616" y="112647"/>
                  </a:lnTo>
                  <a:lnTo>
                    <a:pt x="464434" y="106301"/>
                  </a:lnTo>
                  <a:lnTo>
                    <a:pt x="470518" y="100483"/>
                  </a:lnTo>
                  <a:lnTo>
                    <a:pt x="476865" y="94666"/>
                  </a:lnTo>
                  <a:lnTo>
                    <a:pt x="482948" y="89113"/>
                  </a:lnTo>
                  <a:lnTo>
                    <a:pt x="489560" y="83560"/>
                  </a:lnTo>
                  <a:lnTo>
                    <a:pt x="496172" y="78271"/>
                  </a:lnTo>
                  <a:lnTo>
                    <a:pt x="502520" y="72983"/>
                  </a:lnTo>
                  <a:lnTo>
                    <a:pt x="509397" y="67958"/>
                  </a:lnTo>
                  <a:lnTo>
                    <a:pt x="516538" y="62934"/>
                  </a:lnTo>
                  <a:lnTo>
                    <a:pt x="523414" y="58175"/>
                  </a:lnTo>
                  <a:lnTo>
                    <a:pt x="530820" y="53679"/>
                  </a:lnTo>
                  <a:lnTo>
                    <a:pt x="537961" y="49184"/>
                  </a:lnTo>
                  <a:lnTo>
                    <a:pt x="545367" y="45217"/>
                  </a:lnTo>
                  <a:lnTo>
                    <a:pt x="553301" y="40987"/>
                  </a:lnTo>
                  <a:lnTo>
                    <a:pt x="560707" y="37020"/>
                  </a:lnTo>
                  <a:lnTo>
                    <a:pt x="568377" y="33583"/>
                  </a:lnTo>
                  <a:lnTo>
                    <a:pt x="576311" y="29881"/>
                  </a:lnTo>
                  <a:lnTo>
                    <a:pt x="584510" y="26707"/>
                  </a:lnTo>
                  <a:lnTo>
                    <a:pt x="592445" y="23534"/>
                  </a:lnTo>
                  <a:lnTo>
                    <a:pt x="600379" y="20361"/>
                  </a:lnTo>
                  <a:lnTo>
                    <a:pt x="608843" y="17717"/>
                  </a:lnTo>
                  <a:lnTo>
                    <a:pt x="617042" y="15073"/>
                  </a:lnTo>
                  <a:lnTo>
                    <a:pt x="625505" y="12693"/>
                  </a:lnTo>
                  <a:lnTo>
                    <a:pt x="633969" y="10313"/>
                  </a:lnTo>
                  <a:lnTo>
                    <a:pt x="642697" y="8462"/>
                  </a:lnTo>
                  <a:lnTo>
                    <a:pt x="651425" y="6875"/>
                  </a:lnTo>
                  <a:lnTo>
                    <a:pt x="659888" y="5024"/>
                  </a:lnTo>
                  <a:lnTo>
                    <a:pt x="668881" y="3702"/>
                  </a:lnTo>
                  <a:lnTo>
                    <a:pt x="677873" y="2644"/>
                  </a:lnTo>
                  <a:lnTo>
                    <a:pt x="686601" y="1851"/>
                  </a:lnTo>
                  <a:lnTo>
                    <a:pt x="695858" y="793"/>
                  </a:lnTo>
                  <a:lnTo>
                    <a:pt x="704851" y="264"/>
                  </a:lnTo>
                  <a:lnTo>
                    <a:pt x="7141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sp>
        <p:nvSpPr>
          <p:cNvPr id="50185" name="文本框 1027"/>
          <p:cNvSpPr txBox="1">
            <a:spLocks noChangeArrowheads="1"/>
          </p:cNvSpPr>
          <p:nvPr/>
        </p:nvSpPr>
        <p:spPr bwMode="auto">
          <a:xfrm>
            <a:off x="3797301" y="3859213"/>
            <a:ext cx="15417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t>答辩人：liaowp</a:t>
            </a:r>
            <a:endParaRPr lang="en-US" altLang="zh-CN" sz="1800" dirty="0"/>
          </a:p>
        </p:txBody>
      </p:sp>
      <p:sp>
        <p:nvSpPr>
          <p:cNvPr id="50186" name="文本框 112"/>
          <p:cNvSpPr txBox="1">
            <a:spLocks noChangeArrowheads="1"/>
          </p:cNvSpPr>
          <p:nvPr/>
        </p:nvSpPr>
        <p:spPr bwMode="auto">
          <a:xfrm>
            <a:off x="6326188" y="3859213"/>
            <a:ext cx="1948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t>指导教师：xxxx</a:t>
            </a:r>
            <a:endParaRPr lang="en-US" altLang="zh-CN" sz="1800" dirty="0"/>
          </a:p>
        </p:txBody>
      </p:sp>
      <p:sp>
        <p:nvSpPr>
          <p:cNvPr id="50187" name="文本框 1066"/>
          <p:cNvSpPr txBox="1">
            <a:spLocks noChangeArrowheads="1"/>
          </p:cNvSpPr>
          <p:nvPr/>
        </p:nvSpPr>
        <p:spPr bwMode="auto">
          <a:xfrm>
            <a:off x="1766888" y="598488"/>
            <a:ext cx="26468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t>广州软件学院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068" name="矩形 1067"/>
          <p:cNvSpPr/>
          <p:nvPr/>
        </p:nvSpPr>
        <p:spPr>
          <a:xfrm>
            <a:off x="1466850" y="2439988"/>
            <a:ext cx="9677400" cy="211455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69" name="矩形 1068"/>
          <p:cNvSpPr/>
          <p:nvPr/>
        </p:nvSpPr>
        <p:spPr>
          <a:xfrm>
            <a:off x="10906125" y="4237038"/>
            <a:ext cx="476250" cy="4762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7" name="矩形 116"/>
          <p:cNvSpPr/>
          <p:nvPr/>
        </p:nvSpPr>
        <p:spPr>
          <a:xfrm>
            <a:off x="10637838" y="4008438"/>
            <a:ext cx="474662" cy="474662"/>
          </a:xfrm>
          <a:prstGeom prst="rect">
            <a:avLst/>
          </a:prstGeom>
          <a:solidFill>
            <a:srgbClr val="4B649F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8" name="矩形 117"/>
          <p:cNvSpPr/>
          <p:nvPr/>
        </p:nvSpPr>
        <p:spPr>
          <a:xfrm>
            <a:off x="1308100" y="2233613"/>
            <a:ext cx="474663" cy="474662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9" name="矩形 118"/>
          <p:cNvSpPr/>
          <p:nvPr/>
        </p:nvSpPr>
        <p:spPr>
          <a:xfrm>
            <a:off x="1460500" y="2386013"/>
            <a:ext cx="474663" cy="474662"/>
          </a:xfrm>
          <a:prstGeom prst="rect">
            <a:avLst/>
          </a:prstGeom>
          <a:solidFill>
            <a:srgbClr val="4B64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610,&quot;width&quot;:9237.499212598424}"/>
</p:tagLst>
</file>

<file path=ppt/tags/tag2.xml><?xml version="1.0" encoding="utf-8"?>
<p:tagLst xmlns:p="http://schemas.openxmlformats.org/presentationml/2006/main">
  <p:tag name="KSO_WM_UNIT_PLACING_PICTURE_USER_VIEWPORT" val="{&quot;height&quot;:2610,&quot;width&quot;:9237.499212598424}"/>
</p:tagLst>
</file>

<file path=ppt/tags/tag3.xml><?xml version="1.0" encoding="utf-8"?>
<p:tagLst xmlns:p="http://schemas.openxmlformats.org/presentationml/2006/main">
  <p:tag name="COMMONDATA" val="eyJoZGlkIjoiM2M0MzVhN2RjYjYxY2E2NTQ5OWY3NTc1YWQzMWY3ZjUifQ=="/>
  <p:tag name="commondata" val="eyJoZGlkIjoiMDI1ODA0MzcyNTg5MGJmNmFkYzM5OTFkMDIzMDU3MDkifQ=="/>
</p:tagLst>
</file>

<file path=ppt/theme/theme1.xml><?xml version="1.0" encoding="utf-8"?>
<a:theme xmlns:a="http://schemas.openxmlformats.org/drawingml/2006/main" name="Office 主题">
  <a:themeElements>
    <a:clrScheme name="自定义 3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4E67C8"/>
      </a:accent6>
      <a:hlink>
        <a:srgbClr val="56C7AA"/>
      </a:hlink>
      <a:folHlink>
        <a:srgbClr val="59A8D1"/>
      </a:folHlink>
    </a:clrScheme>
    <a:fontScheme name="自定义 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自定义 1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25B7C0"/>
      </a:accent1>
      <a:accent2>
        <a:srgbClr val="F6A500"/>
      </a:accent2>
      <a:accent3>
        <a:srgbClr val="585858"/>
      </a:accent3>
      <a:accent4>
        <a:srgbClr val="FD7104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29000">
              <a:srgbClr val="FFFFFF"/>
            </a:gs>
            <a:gs pos="98000">
              <a:srgbClr val="FFFFFF">
                <a:lumMod val="75000"/>
              </a:srgbClr>
            </a:gs>
          </a:gsLst>
          <a:lin ang="2700000" scaled="1"/>
          <a:tileRect/>
        </a:gradFill>
        <a:ln w="25400" cap="flat" cmpd="sng" algn="ctr">
          <a:noFill/>
          <a:prstDash val="solid"/>
        </a:ln>
        <a:effectLst>
          <a:softEdge rad="0"/>
        </a:effectLst>
      </a:spPr>
      <a:bodyPr anchor="ctr"/>
      <a:lstStyle>
        <a:defPPr marL="0" marR="0" indent="0" algn="ctr" defTabSz="91440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FFFFFF"/>
            </a:solidFill>
            <a:effectLst/>
            <a:uLnTx/>
            <a:uFillTx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">
  <a:themeElements>
    <a:clrScheme name="自定义 3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4E67C8"/>
      </a:accent6>
      <a:hlink>
        <a:srgbClr val="56C7AA"/>
      </a:hlink>
      <a:folHlink>
        <a:srgbClr val="59A8D1"/>
      </a:folHlink>
    </a:clrScheme>
    <a:fontScheme name="自定义 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">
  <a:themeElements>
    <a:clrScheme name="自定义 3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4E67C8"/>
      </a:accent6>
      <a:hlink>
        <a:srgbClr val="56C7AA"/>
      </a:hlink>
      <a:folHlink>
        <a:srgbClr val="59A8D1"/>
      </a:folHlink>
    </a:clrScheme>
    <a:fontScheme name="自定义 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WPS 演示</Application>
  <PresentationFormat>宽屏</PresentationFormat>
  <Paragraphs>81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Calibri</vt:lpstr>
      <vt:lpstr>方正细谭黑简体</vt:lpstr>
      <vt:lpstr>黑体</vt:lpstr>
      <vt:lpstr>Arial</vt:lpstr>
      <vt:lpstr>Times New Roman</vt:lpstr>
      <vt:lpstr>Arial Unicode MS</vt:lpstr>
      <vt:lpstr>等线</vt:lpstr>
      <vt:lpstr>Office 主题</vt:lpstr>
      <vt:lpstr>1_自定义设计方案</vt:lpstr>
      <vt:lpstr>1_Office 主题</vt:lpstr>
      <vt:lpstr>2_自定义设计方案</vt:lpstr>
      <vt:lpstr>2_Office 主题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杨微</cp:lastModifiedBy>
  <cp:revision>55</cp:revision>
  <dcterms:created xsi:type="dcterms:W3CDTF">2016-01-15T03:19:00Z</dcterms:created>
  <dcterms:modified xsi:type="dcterms:W3CDTF">2025-04-14T01:50:34Z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C68338806D8446E486E1BD6792A652C6_12</vt:lpwstr>
  </property>
</Properties>
</file>