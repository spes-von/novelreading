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9"/>
  </p:notesMasterIdLst>
  <p:sldIdLst>
    <p:sldId id="256" r:id="rId8"/>
    <p:sldId id="261" r:id="rId9"/>
    <p:sldId id="294" r:id="rId10"/>
    <p:sldId id="322" r:id="rId11"/>
    <p:sldId id="323" r:id="rId12"/>
    <p:sldId id="324" r:id="rId13"/>
    <p:sldId id="325" r:id="rId14"/>
    <p:sldId id="326" r:id="rId15"/>
    <p:sldId id="330" r:id="rId16"/>
    <p:sldId id="327" r:id="rId17"/>
    <p:sldId id="329" r:id="rId18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8CF"/>
    <a:srgbClr val="4B649F"/>
    <a:srgbClr val="5E80B0"/>
    <a:srgbClr val="7DB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66" autoAdjust="0"/>
    <p:restoredTop sz="94660" autoAdjust="0"/>
  </p:normalViewPr>
  <p:slideViewPr>
    <p:cSldViewPr snapToGrid="0" showGuides="1">
      <p:cViewPr varScale="1">
        <p:scale>
          <a:sx n="102" d="100"/>
          <a:sy n="102" d="100"/>
        </p:scale>
        <p:origin x="312" y="114"/>
      </p:cViewPr>
      <p:guideLst>
        <p:guide orient="horz" pos="2062"/>
        <p:guide pos="287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1029E-4C94-4213-86BF-E60BAC2C14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CA173-1C42-4226-B669-291C410F46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7" Type="http://schemas.openxmlformats.org/officeDocument/2006/relationships/theme" Target="../theme/theme3.xml"/><Relationship Id="rId16" Type="http://schemas.openxmlformats.org/officeDocument/2006/relationships/image" Target="../media/image4.jpeg"/><Relationship Id="rId15" Type="http://schemas.openxmlformats.org/officeDocument/2006/relationships/image" Target="../media/image3.png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7" Type="http://schemas.openxmlformats.org/officeDocument/2006/relationships/theme" Target="../theme/theme4.xml"/><Relationship Id="rId16" Type="http://schemas.openxmlformats.org/officeDocument/2006/relationships/image" Target="../media/image4.jpeg"/><Relationship Id="rId15" Type="http://schemas.openxmlformats.org/officeDocument/2006/relationships/image" Target="../media/image3.png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38"/>
            <a:ext cx="12192000" cy="6858000"/>
          </a:xfrm>
          <a:prstGeom prst="rect">
            <a:avLst/>
          </a:prstGeom>
        </p:spPr>
      </p:pic>
      <p:sp>
        <p:nvSpPr>
          <p:cNvPr id="27" name="Rectangle 4"/>
          <p:cNvSpPr/>
          <p:nvPr userDrawn="1"/>
        </p:nvSpPr>
        <p:spPr>
          <a:xfrm>
            <a:off x="16591" y="4869160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图片包含 地图, 文字&#10;&#10;已生成极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" y="0"/>
            <a:ext cx="12216660" cy="6137413"/>
          </a:xfrm>
          <a:prstGeom prst="rect">
            <a:avLst/>
          </a:prstGeom>
        </p:spPr>
      </p:pic>
      <p:sp>
        <p:nvSpPr>
          <p:cNvPr id="11" name="Rectangle 4"/>
          <p:cNvSpPr/>
          <p:nvPr userDrawn="1"/>
        </p:nvSpPr>
        <p:spPr>
          <a:xfrm>
            <a:off x="16591" y="5805264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331914"/>
            <a:ext cx="1358774" cy="13587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5303912" y="4081762"/>
            <a:ext cx="1728192" cy="1588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advTm="2000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包含 文字, 屏幕截图&#10;&#10;已生成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07609" cy="6858000"/>
          </a:xfrm>
          <a:prstGeom prst="rect">
            <a:avLst/>
          </a:prstGeom>
        </p:spPr>
      </p:pic>
      <p:sp>
        <p:nvSpPr>
          <p:cNvPr id="24" name="Rectangle 4"/>
          <p:cNvSpPr/>
          <p:nvPr userDrawn="1"/>
        </p:nvSpPr>
        <p:spPr>
          <a:xfrm>
            <a:off x="16591" y="6165304"/>
            <a:ext cx="12175410" cy="686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810" y="4522887"/>
            <a:ext cx="1358774" cy="135877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7977586" y="4425476"/>
            <a:ext cx="1584176" cy="1456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26630" name="文本框 62"/>
          <p:cNvSpPr txBox="1">
            <a:spLocks noChangeArrowheads="1"/>
          </p:cNvSpPr>
          <p:nvPr/>
        </p:nvSpPr>
        <p:spPr bwMode="auto">
          <a:xfrm>
            <a:off x="2489701" y="3613473"/>
            <a:ext cx="742729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4B649F"/>
                </a:solidFill>
              </a:rPr>
              <a:t>《</a:t>
            </a:r>
            <a:r>
              <a:rPr lang="zh-CN" altLang="en-US" sz="4000" b="1" dirty="0">
                <a:solidFill>
                  <a:srgbClr val="4B649F"/>
                </a:solidFill>
              </a:rPr>
              <a:t>毕业论文题目</a:t>
            </a:r>
            <a:r>
              <a:rPr lang="en-US" altLang="zh-CN" sz="4000" b="1" dirty="0">
                <a:solidFill>
                  <a:srgbClr val="4B649F"/>
                </a:solidFill>
              </a:rPr>
              <a:t>》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26631" name="组合 1026"/>
          <p:cNvGrpSpPr/>
          <p:nvPr/>
        </p:nvGrpSpPr>
        <p:grpSpPr bwMode="auto">
          <a:xfrm>
            <a:off x="3464119" y="4654734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26632" name="组合 1025"/>
          <p:cNvGrpSpPr/>
          <p:nvPr/>
        </p:nvGrpSpPr>
        <p:grpSpPr bwMode="auto">
          <a:xfrm>
            <a:off x="5993007" y="4654734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26633" name="文本框 1027"/>
          <p:cNvSpPr txBox="1">
            <a:spLocks noChangeArrowheads="1"/>
          </p:cNvSpPr>
          <p:nvPr/>
        </p:nvSpPr>
        <p:spPr bwMode="auto">
          <a:xfrm>
            <a:off x="3780032" y="4602347"/>
            <a:ext cx="1554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答辩人：</a:t>
            </a:r>
            <a:r>
              <a:rPr lang="en-US" altLang="zh-CN" sz="1800" dirty="0"/>
              <a:t>xxxx</a:t>
            </a:r>
            <a:endParaRPr lang="en-US" altLang="zh-CN" sz="1800" dirty="0"/>
          </a:p>
        </p:txBody>
      </p:sp>
      <p:sp>
        <p:nvSpPr>
          <p:cNvPr id="26634" name="文本框 112"/>
          <p:cNvSpPr txBox="1">
            <a:spLocks noChangeArrowheads="1"/>
          </p:cNvSpPr>
          <p:nvPr/>
        </p:nvSpPr>
        <p:spPr bwMode="auto">
          <a:xfrm>
            <a:off x="6362894" y="4602346"/>
            <a:ext cx="1783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指导教师：</a:t>
            </a:r>
            <a:r>
              <a:rPr lang="en-US" altLang="zh-CN" sz="1800" dirty="0">
                <a:sym typeface="+mn-ea"/>
              </a:rPr>
              <a:t>xxxx</a:t>
            </a:r>
            <a:endParaRPr lang="zh-CN" altLang="en-US" sz="1800" dirty="0"/>
          </a:p>
        </p:txBody>
      </p:sp>
      <p:sp>
        <p:nvSpPr>
          <p:cNvPr id="26635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368292" y="3332486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807567" y="5129536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539280" y="4900936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209542" y="3126111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361942" y="3278511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3" name="文本框 2"/>
          <p:cNvSpPr txBox="1"/>
          <p:nvPr/>
        </p:nvSpPr>
        <p:spPr>
          <a:xfrm>
            <a:off x="1657350" y="1671955"/>
            <a:ext cx="90487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2025</a:t>
            </a:r>
            <a:r>
              <a:rPr lang="zh-CN" altLang="en-US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届本科生毕业设计（论文）答辩</a:t>
            </a:r>
            <a:endParaRPr lang="en-US" altLang="zh-CN" sz="4000" dirty="0">
              <a:solidFill>
                <a:srgbClr val="4C678E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9391" y="2487796"/>
            <a:ext cx="3124668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软件与人工智能学院</a:t>
            </a:r>
            <a:endParaRPr lang="zh-CN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软件工程专业</a:t>
            </a:r>
            <a:endParaRPr lang="zh-CN" altLang="en-US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28303" y="308417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1" name="文本框 11"/>
          <p:cNvSpPr txBox="1">
            <a:spLocks noChangeArrowheads="1"/>
          </p:cNvSpPr>
          <p:nvPr/>
        </p:nvSpPr>
        <p:spPr bwMode="auto">
          <a:xfrm>
            <a:off x="1738313" y="588963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答辩内容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702" name="图片 1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3" name="组合 49"/>
          <p:cNvGrpSpPr/>
          <p:nvPr/>
        </p:nvGrpSpPr>
        <p:grpSpPr bwMode="auto">
          <a:xfrm>
            <a:off x="378553" y="2293826"/>
            <a:ext cx="1215359" cy="1516345"/>
            <a:chOff x="1267976" y="2101177"/>
            <a:chExt cx="1415772" cy="1853013"/>
          </a:xfrm>
        </p:grpSpPr>
        <p:grpSp>
          <p:nvGrpSpPr>
            <p:cNvPr id="2972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3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27" name="文本框 39"/>
            <p:cNvSpPr txBox="1">
              <a:spLocks noChangeArrowheads="1"/>
            </p:cNvSpPr>
            <p:nvPr/>
          </p:nvSpPr>
          <p:spPr bwMode="auto">
            <a:xfrm>
              <a:off x="1267976" y="3492524"/>
              <a:ext cx="1415772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第一部分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4" name="组合 50"/>
          <p:cNvGrpSpPr/>
          <p:nvPr/>
        </p:nvGrpSpPr>
        <p:grpSpPr bwMode="auto">
          <a:xfrm>
            <a:off x="2222175" y="2298418"/>
            <a:ext cx="1203744" cy="1516343"/>
            <a:chOff x="3274697" y="2101178"/>
            <a:chExt cx="1415772" cy="1853011"/>
          </a:xfrm>
        </p:grpSpPr>
        <p:grpSp>
          <p:nvGrpSpPr>
            <p:cNvPr id="29721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22" name="文本框 40"/>
            <p:cNvSpPr txBox="1">
              <a:spLocks noChangeArrowheads="1"/>
            </p:cNvSpPr>
            <p:nvPr/>
          </p:nvSpPr>
          <p:spPr bwMode="auto">
            <a:xfrm>
              <a:off x="3274697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第二部分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5" name="组合 51"/>
          <p:cNvGrpSpPr/>
          <p:nvPr/>
        </p:nvGrpSpPr>
        <p:grpSpPr bwMode="auto">
          <a:xfrm>
            <a:off x="4253019" y="2229899"/>
            <a:ext cx="1250529" cy="1630362"/>
            <a:chOff x="5353035" y="2101178"/>
            <a:chExt cx="1415772" cy="1853011"/>
          </a:xfrm>
        </p:grpSpPr>
        <p:grpSp>
          <p:nvGrpSpPr>
            <p:cNvPr id="29716" name="组合 36"/>
            <p:cNvGrpSpPr/>
            <p:nvPr/>
          </p:nvGrpSpPr>
          <p:grpSpPr bwMode="auto">
            <a:xfrm>
              <a:off x="5421944" y="2101178"/>
              <a:ext cx="1277954" cy="1277954"/>
              <a:chOff x="5288161" y="2234042"/>
              <a:chExt cx="1607262" cy="160726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5287330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397120" y="2335801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20" name="KSO_Shape"/>
              <p:cNvSpPr>
                <a:spLocks noChangeArrowheads="1"/>
              </p:cNvSpPr>
              <p:nvPr/>
            </p:nvSpPr>
            <p:spPr bwMode="auto">
              <a:xfrm>
                <a:off x="5547153" y="2697761"/>
                <a:ext cx="1089278" cy="662788"/>
              </a:xfrm>
              <a:custGeom>
                <a:avLst/>
                <a:gdLst>
                  <a:gd name="T0" fmla="*/ 2147483646 w 3931"/>
                  <a:gd name="T1" fmla="*/ 2147483646 h 2392"/>
                  <a:gd name="T2" fmla="*/ 2147483646 w 3931"/>
                  <a:gd name="T3" fmla="*/ 2147483646 h 2392"/>
                  <a:gd name="T4" fmla="*/ 2147483646 w 3931"/>
                  <a:gd name="T5" fmla="*/ 2147483646 h 2392"/>
                  <a:gd name="T6" fmla="*/ 2147483646 w 3931"/>
                  <a:gd name="T7" fmla="*/ 2147483646 h 2392"/>
                  <a:gd name="T8" fmla="*/ 2147483646 w 3931"/>
                  <a:gd name="T9" fmla="*/ 2147483646 h 2392"/>
                  <a:gd name="T10" fmla="*/ 2147483646 w 3931"/>
                  <a:gd name="T11" fmla="*/ 2147483646 h 2392"/>
                  <a:gd name="T12" fmla="*/ 2147483646 w 3931"/>
                  <a:gd name="T13" fmla="*/ 2147483646 h 2392"/>
                  <a:gd name="T14" fmla="*/ 2147483646 w 3931"/>
                  <a:gd name="T15" fmla="*/ 2147483646 h 2392"/>
                  <a:gd name="T16" fmla="*/ 2147483646 w 3931"/>
                  <a:gd name="T17" fmla="*/ 2147483646 h 2392"/>
                  <a:gd name="T18" fmla="*/ 2147483646 w 3931"/>
                  <a:gd name="T19" fmla="*/ 2147483646 h 2392"/>
                  <a:gd name="T20" fmla="*/ 2147483646 w 3931"/>
                  <a:gd name="T21" fmla="*/ 2147483646 h 2392"/>
                  <a:gd name="T22" fmla="*/ 2147483646 w 3931"/>
                  <a:gd name="T23" fmla="*/ 2147483646 h 2392"/>
                  <a:gd name="T24" fmla="*/ 2147483646 w 3931"/>
                  <a:gd name="T25" fmla="*/ 2147483646 h 2392"/>
                  <a:gd name="T26" fmla="*/ 0 w 3931"/>
                  <a:gd name="T27" fmla="*/ 2147483646 h 2392"/>
                  <a:gd name="T28" fmla="*/ 2147483646 w 3931"/>
                  <a:gd name="T29" fmla="*/ 0 h 2392"/>
                  <a:gd name="T30" fmla="*/ 2147483646 w 3931"/>
                  <a:gd name="T31" fmla="*/ 2147483646 h 2392"/>
                  <a:gd name="T32" fmla="*/ 2147483646 w 3931"/>
                  <a:gd name="T33" fmla="*/ 2147483646 h 2392"/>
                  <a:gd name="T34" fmla="*/ 2147483646 w 3931"/>
                  <a:gd name="T35" fmla="*/ 2147483646 h 2392"/>
                  <a:gd name="T36" fmla="*/ 2147483646 w 3931"/>
                  <a:gd name="T37" fmla="*/ 2147483646 h 2392"/>
                  <a:gd name="T38" fmla="*/ 2147483646 w 3931"/>
                  <a:gd name="T39" fmla="*/ 2147483646 h 2392"/>
                  <a:gd name="T40" fmla="*/ 2147483646 w 3931"/>
                  <a:gd name="T41" fmla="*/ 2147483646 h 2392"/>
                  <a:gd name="T42" fmla="*/ 2147483646 w 3931"/>
                  <a:gd name="T43" fmla="*/ 2147483646 h 2392"/>
                  <a:gd name="T44" fmla="*/ 2147483646 w 3931"/>
                  <a:gd name="T45" fmla="*/ 2147483646 h 2392"/>
                  <a:gd name="T46" fmla="*/ 2147483646 w 3931"/>
                  <a:gd name="T47" fmla="*/ 2147483646 h 2392"/>
                  <a:gd name="T48" fmla="*/ 2147483646 w 3931"/>
                  <a:gd name="T49" fmla="*/ 2147483646 h 2392"/>
                  <a:gd name="T50" fmla="*/ 2147483646 w 3931"/>
                  <a:gd name="T51" fmla="*/ 2147483646 h 2392"/>
                  <a:gd name="T52" fmla="*/ 2147483646 w 3931"/>
                  <a:gd name="T53" fmla="*/ 2147483646 h 2392"/>
                  <a:gd name="T54" fmla="*/ 2147483646 w 3931"/>
                  <a:gd name="T55" fmla="*/ 2147483646 h 2392"/>
                  <a:gd name="T56" fmla="*/ 2147483646 w 3931"/>
                  <a:gd name="T57" fmla="*/ 2147483646 h 239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931" h="2392">
                    <a:moveTo>
                      <a:pt x="3046" y="1287"/>
                    </a:moveTo>
                    <a:cubicBezTo>
                      <a:pt x="3046" y="1287"/>
                      <a:pt x="2618" y="850"/>
                      <a:pt x="2027" y="850"/>
                    </a:cubicBezTo>
                    <a:cubicBezTo>
                      <a:pt x="1450" y="850"/>
                      <a:pt x="880" y="1287"/>
                      <a:pt x="880" y="1287"/>
                    </a:cubicBezTo>
                    <a:cubicBezTo>
                      <a:pt x="560" y="1154"/>
                      <a:pt x="560" y="1154"/>
                      <a:pt x="560" y="1154"/>
                    </a:cubicBezTo>
                    <a:cubicBezTo>
                      <a:pt x="560" y="1546"/>
                      <a:pt x="560" y="1546"/>
                      <a:pt x="560" y="1546"/>
                    </a:cubicBezTo>
                    <a:cubicBezTo>
                      <a:pt x="610" y="1563"/>
                      <a:pt x="647" y="1610"/>
                      <a:pt x="647" y="1666"/>
                    </a:cubicBezTo>
                    <a:cubicBezTo>
                      <a:pt x="647" y="1723"/>
                      <a:pt x="609" y="1769"/>
                      <a:pt x="558" y="1786"/>
                    </a:cubicBezTo>
                    <a:cubicBezTo>
                      <a:pt x="653" y="2208"/>
                      <a:pt x="653" y="2208"/>
                      <a:pt x="653" y="2208"/>
                    </a:cubicBezTo>
                    <a:cubicBezTo>
                      <a:pt x="373" y="2208"/>
                      <a:pt x="373" y="2208"/>
                      <a:pt x="373" y="2208"/>
                    </a:cubicBezTo>
                    <a:cubicBezTo>
                      <a:pt x="469" y="1784"/>
                      <a:pt x="469" y="1784"/>
                      <a:pt x="469" y="1784"/>
                    </a:cubicBezTo>
                    <a:cubicBezTo>
                      <a:pt x="423" y="1764"/>
                      <a:pt x="391" y="1719"/>
                      <a:pt x="391" y="1666"/>
                    </a:cubicBezTo>
                    <a:cubicBezTo>
                      <a:pt x="391" y="1614"/>
                      <a:pt x="422" y="1570"/>
                      <a:pt x="466" y="1549"/>
                    </a:cubicBezTo>
                    <a:cubicBezTo>
                      <a:pt x="466" y="1115"/>
                      <a:pt x="466" y="1115"/>
                      <a:pt x="466" y="1115"/>
                    </a:cubicBezTo>
                    <a:cubicBezTo>
                      <a:pt x="0" y="920"/>
                      <a:pt x="0" y="920"/>
                      <a:pt x="0" y="920"/>
                    </a:cubicBezTo>
                    <a:cubicBezTo>
                      <a:pt x="2050" y="0"/>
                      <a:pt x="2050" y="0"/>
                      <a:pt x="2050" y="0"/>
                    </a:cubicBezTo>
                    <a:cubicBezTo>
                      <a:pt x="3931" y="932"/>
                      <a:pt x="3931" y="932"/>
                      <a:pt x="3931" y="932"/>
                    </a:cubicBezTo>
                    <a:lnTo>
                      <a:pt x="3046" y="1287"/>
                    </a:lnTo>
                    <a:close/>
                    <a:moveTo>
                      <a:pt x="2004" y="1072"/>
                    </a:moveTo>
                    <a:cubicBezTo>
                      <a:pt x="2598" y="1072"/>
                      <a:pt x="2929" y="1386"/>
                      <a:pt x="2929" y="1386"/>
                    </a:cubicBezTo>
                    <a:cubicBezTo>
                      <a:pt x="2929" y="2147"/>
                      <a:pt x="2929" y="2147"/>
                      <a:pt x="2929" y="2147"/>
                    </a:cubicBezTo>
                    <a:cubicBezTo>
                      <a:pt x="2929" y="2147"/>
                      <a:pt x="2586" y="2392"/>
                      <a:pt x="1957" y="2392"/>
                    </a:cubicBezTo>
                    <a:cubicBezTo>
                      <a:pt x="1328" y="2392"/>
                      <a:pt x="1099" y="2147"/>
                      <a:pt x="1099" y="2147"/>
                    </a:cubicBezTo>
                    <a:cubicBezTo>
                      <a:pt x="1099" y="1386"/>
                      <a:pt x="1099" y="1386"/>
                      <a:pt x="1099" y="1386"/>
                    </a:cubicBezTo>
                    <a:cubicBezTo>
                      <a:pt x="1099" y="1386"/>
                      <a:pt x="1410" y="1072"/>
                      <a:pt x="2004" y="1072"/>
                    </a:cubicBezTo>
                    <a:close/>
                    <a:moveTo>
                      <a:pt x="1992" y="2252"/>
                    </a:moveTo>
                    <a:cubicBezTo>
                      <a:pt x="2404" y="2252"/>
                      <a:pt x="2738" y="2168"/>
                      <a:pt x="2738" y="2066"/>
                    </a:cubicBezTo>
                    <a:cubicBezTo>
                      <a:pt x="2738" y="1963"/>
                      <a:pt x="2404" y="1879"/>
                      <a:pt x="1992" y="1879"/>
                    </a:cubicBezTo>
                    <a:cubicBezTo>
                      <a:pt x="1581" y="1879"/>
                      <a:pt x="1247" y="1963"/>
                      <a:pt x="1247" y="2066"/>
                    </a:cubicBezTo>
                    <a:cubicBezTo>
                      <a:pt x="1247" y="2168"/>
                      <a:pt x="1581" y="2252"/>
                      <a:pt x="1992" y="2252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7" name="文本框 41"/>
            <p:cNvSpPr txBox="1">
              <a:spLocks noChangeArrowheads="1"/>
            </p:cNvSpPr>
            <p:nvPr/>
          </p:nvSpPr>
          <p:spPr bwMode="auto">
            <a:xfrm>
              <a:off x="5353035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第三部分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6" name="组合 52"/>
          <p:cNvGrpSpPr/>
          <p:nvPr/>
        </p:nvGrpSpPr>
        <p:grpSpPr bwMode="auto">
          <a:xfrm>
            <a:off x="6269313" y="2216150"/>
            <a:ext cx="1205155" cy="1598612"/>
            <a:chOff x="7431373" y="2101178"/>
            <a:chExt cx="1415772" cy="1853011"/>
          </a:xfrm>
        </p:grpSpPr>
        <p:grpSp>
          <p:nvGrpSpPr>
            <p:cNvPr id="29711" name="组合 37"/>
            <p:cNvGrpSpPr/>
            <p:nvPr/>
          </p:nvGrpSpPr>
          <p:grpSpPr bwMode="auto">
            <a:xfrm>
              <a:off x="7500282" y="2101178"/>
              <a:ext cx="1277954" cy="1277954"/>
              <a:chOff x="7366499" y="2234042"/>
              <a:chExt cx="1607262" cy="160726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365669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475458" y="2343782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15" name="KSO_Shape"/>
              <p:cNvSpPr>
                <a:spLocks noChangeArrowheads="1"/>
              </p:cNvSpPr>
              <p:nvPr/>
            </p:nvSpPr>
            <p:spPr bwMode="auto">
              <a:xfrm>
                <a:off x="7767760" y="2635303"/>
                <a:ext cx="804740" cy="804740"/>
              </a:xfrm>
              <a:custGeom>
                <a:avLst/>
                <a:gdLst>
                  <a:gd name="T0" fmla="*/ 2147483646 w 3927"/>
                  <a:gd name="T1" fmla="*/ 2147483646 h 3928"/>
                  <a:gd name="T2" fmla="*/ 2147483646 w 3927"/>
                  <a:gd name="T3" fmla="*/ 2147483646 h 3928"/>
                  <a:gd name="T4" fmla="*/ 2147483646 w 3927"/>
                  <a:gd name="T5" fmla="*/ 2147483646 h 3928"/>
                  <a:gd name="T6" fmla="*/ 2147483646 w 3927"/>
                  <a:gd name="T7" fmla="*/ 601932408 h 3928"/>
                  <a:gd name="T8" fmla="*/ 2147483646 w 3927"/>
                  <a:gd name="T9" fmla="*/ 541743265 h 3928"/>
                  <a:gd name="T10" fmla="*/ 2147483646 w 3927"/>
                  <a:gd name="T11" fmla="*/ 2147483646 h 3928"/>
                  <a:gd name="T12" fmla="*/ 2147483646 w 3927"/>
                  <a:gd name="T13" fmla="*/ 2147483646 h 3928"/>
                  <a:gd name="T14" fmla="*/ 2147483646 w 3927"/>
                  <a:gd name="T15" fmla="*/ 2147483646 h 3928"/>
                  <a:gd name="T16" fmla="*/ 2147483646 w 3927"/>
                  <a:gd name="T17" fmla="*/ 2147483646 h 3928"/>
                  <a:gd name="T18" fmla="*/ 2147483646 w 3927"/>
                  <a:gd name="T19" fmla="*/ 2147483646 h 3928"/>
                  <a:gd name="T20" fmla="*/ 2147483646 w 3927"/>
                  <a:gd name="T21" fmla="*/ 2147483646 h 3928"/>
                  <a:gd name="T22" fmla="*/ 2147483646 w 3927"/>
                  <a:gd name="T23" fmla="*/ 2147483646 h 3928"/>
                  <a:gd name="T24" fmla="*/ 2147483646 w 3927"/>
                  <a:gd name="T25" fmla="*/ 2147483646 h 3928"/>
                  <a:gd name="T26" fmla="*/ 2147483646 w 3927"/>
                  <a:gd name="T27" fmla="*/ 2147483646 h 3928"/>
                  <a:gd name="T28" fmla="*/ 2147483646 w 3927"/>
                  <a:gd name="T29" fmla="*/ 2147483646 h 3928"/>
                  <a:gd name="T30" fmla="*/ 2147483646 w 3927"/>
                  <a:gd name="T31" fmla="*/ 2147483646 h 3928"/>
                  <a:gd name="T32" fmla="*/ 2147483646 w 3927"/>
                  <a:gd name="T33" fmla="*/ 2147483646 h 3928"/>
                  <a:gd name="T34" fmla="*/ 2147483646 w 3927"/>
                  <a:gd name="T35" fmla="*/ 2147483646 h 3928"/>
                  <a:gd name="T36" fmla="*/ 2147483646 w 3927"/>
                  <a:gd name="T37" fmla="*/ 2147483646 h 3928"/>
                  <a:gd name="T38" fmla="*/ 2147483646 w 3927"/>
                  <a:gd name="T39" fmla="*/ 2147483646 h 3928"/>
                  <a:gd name="T40" fmla="*/ 2147483646 w 3927"/>
                  <a:gd name="T41" fmla="*/ 2147483646 h 3928"/>
                  <a:gd name="T42" fmla="*/ 2147483646 w 3927"/>
                  <a:gd name="T43" fmla="*/ 2147483646 h 3928"/>
                  <a:gd name="T44" fmla="*/ 2147483646 w 3927"/>
                  <a:gd name="T45" fmla="*/ 2147483646 h 3928"/>
                  <a:gd name="T46" fmla="*/ 2147483646 w 3927"/>
                  <a:gd name="T47" fmla="*/ 2147483646 h 3928"/>
                  <a:gd name="T48" fmla="*/ 2147483646 w 3927"/>
                  <a:gd name="T49" fmla="*/ 2147483646 h 3928"/>
                  <a:gd name="T50" fmla="*/ 2147483646 w 3927"/>
                  <a:gd name="T51" fmla="*/ 2147483646 h 3928"/>
                  <a:gd name="T52" fmla="*/ 2147483646 w 3927"/>
                  <a:gd name="T53" fmla="*/ 2147483646 h 3928"/>
                  <a:gd name="T54" fmla="*/ 0 w 3927"/>
                  <a:gd name="T55" fmla="*/ 2147483646 h 3928"/>
                  <a:gd name="T56" fmla="*/ 0 w 3927"/>
                  <a:gd name="T57" fmla="*/ 2147483646 h 3928"/>
                  <a:gd name="T58" fmla="*/ 2147483646 w 3927"/>
                  <a:gd name="T59" fmla="*/ 885710611 h 3928"/>
                  <a:gd name="T60" fmla="*/ 2147483646 w 3927"/>
                  <a:gd name="T61" fmla="*/ 885710611 h 3928"/>
                  <a:gd name="T62" fmla="*/ 2147483646 w 3927"/>
                  <a:gd name="T63" fmla="*/ 2147483646 h 3928"/>
                  <a:gd name="T64" fmla="*/ 2147483646 w 3927"/>
                  <a:gd name="T65" fmla="*/ 2147483646 h 39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27" h="3928">
                    <a:moveTo>
                      <a:pt x="3857" y="672"/>
                    </a:moveTo>
                    <a:cubicBezTo>
                      <a:pt x="3675" y="852"/>
                      <a:pt x="3675" y="852"/>
                      <a:pt x="3675" y="852"/>
                    </a:cubicBezTo>
                    <a:cubicBezTo>
                      <a:pt x="3070" y="251"/>
                      <a:pt x="3070" y="251"/>
                      <a:pt x="3070" y="251"/>
                    </a:cubicBezTo>
                    <a:cubicBezTo>
                      <a:pt x="3252" y="70"/>
                      <a:pt x="3252" y="70"/>
                      <a:pt x="3252" y="70"/>
                    </a:cubicBezTo>
                    <a:cubicBezTo>
                      <a:pt x="3319" y="4"/>
                      <a:pt x="3424" y="0"/>
                      <a:pt x="3486" y="63"/>
                    </a:cubicBezTo>
                    <a:cubicBezTo>
                      <a:pt x="3864" y="438"/>
                      <a:pt x="3864" y="438"/>
                      <a:pt x="3864" y="438"/>
                    </a:cubicBezTo>
                    <a:cubicBezTo>
                      <a:pt x="3927" y="501"/>
                      <a:pt x="3924" y="605"/>
                      <a:pt x="3857" y="672"/>
                    </a:cubicBezTo>
                    <a:close/>
                    <a:moveTo>
                      <a:pt x="2252" y="2267"/>
                    </a:moveTo>
                    <a:cubicBezTo>
                      <a:pt x="1647" y="1665"/>
                      <a:pt x="1647" y="1665"/>
                      <a:pt x="1647" y="1665"/>
                    </a:cubicBezTo>
                    <a:cubicBezTo>
                      <a:pt x="2978" y="342"/>
                      <a:pt x="2978" y="342"/>
                      <a:pt x="2978" y="342"/>
                    </a:cubicBezTo>
                    <a:cubicBezTo>
                      <a:pt x="3583" y="944"/>
                      <a:pt x="3583" y="944"/>
                      <a:pt x="3583" y="944"/>
                    </a:cubicBezTo>
                    <a:lnTo>
                      <a:pt x="2252" y="2267"/>
                    </a:lnTo>
                    <a:close/>
                    <a:moveTo>
                      <a:pt x="2168" y="2350"/>
                    </a:moveTo>
                    <a:cubicBezTo>
                      <a:pt x="1321" y="2591"/>
                      <a:pt x="1321" y="2591"/>
                      <a:pt x="1321" y="2591"/>
                    </a:cubicBezTo>
                    <a:cubicBezTo>
                      <a:pt x="1563" y="1749"/>
                      <a:pt x="1563" y="1749"/>
                      <a:pt x="1563" y="1749"/>
                    </a:cubicBezTo>
                    <a:lnTo>
                      <a:pt x="2168" y="2350"/>
                    </a:lnTo>
                    <a:close/>
                    <a:moveTo>
                      <a:pt x="770" y="495"/>
                    </a:moveTo>
                    <a:cubicBezTo>
                      <a:pt x="561" y="495"/>
                      <a:pt x="392" y="665"/>
                      <a:pt x="392" y="874"/>
                    </a:cubicBezTo>
                    <a:cubicBezTo>
                      <a:pt x="392" y="3158"/>
                      <a:pt x="392" y="3158"/>
                      <a:pt x="392" y="3158"/>
                    </a:cubicBezTo>
                    <a:cubicBezTo>
                      <a:pt x="392" y="3367"/>
                      <a:pt x="561" y="3536"/>
                      <a:pt x="770" y="3536"/>
                    </a:cubicBezTo>
                    <a:cubicBezTo>
                      <a:pt x="3055" y="3536"/>
                      <a:pt x="3055" y="3536"/>
                      <a:pt x="3055" y="3536"/>
                    </a:cubicBezTo>
                    <a:cubicBezTo>
                      <a:pt x="3264" y="3536"/>
                      <a:pt x="3433" y="3367"/>
                      <a:pt x="3433" y="3158"/>
                    </a:cubicBezTo>
                    <a:cubicBezTo>
                      <a:pt x="3433" y="1657"/>
                      <a:pt x="3433" y="1657"/>
                      <a:pt x="3433" y="1657"/>
                    </a:cubicBezTo>
                    <a:cubicBezTo>
                      <a:pt x="3824" y="1278"/>
                      <a:pt x="3824" y="1278"/>
                      <a:pt x="3824" y="1278"/>
                    </a:cubicBezTo>
                    <a:cubicBezTo>
                      <a:pt x="3824" y="3297"/>
                      <a:pt x="3824" y="3297"/>
                      <a:pt x="3824" y="3297"/>
                    </a:cubicBezTo>
                    <a:cubicBezTo>
                      <a:pt x="3824" y="3645"/>
                      <a:pt x="3529" y="3928"/>
                      <a:pt x="3181" y="3928"/>
                    </a:cubicBezTo>
                    <a:cubicBezTo>
                      <a:pt x="631" y="3928"/>
                      <a:pt x="631" y="3928"/>
                      <a:pt x="631" y="3928"/>
                    </a:cubicBezTo>
                    <a:cubicBezTo>
                      <a:pt x="283" y="3928"/>
                      <a:pt x="0" y="3645"/>
                      <a:pt x="0" y="3297"/>
                    </a:cubicBezTo>
                    <a:cubicBezTo>
                      <a:pt x="0" y="773"/>
                      <a:pt x="0" y="773"/>
                      <a:pt x="0" y="773"/>
                    </a:cubicBezTo>
                    <a:cubicBezTo>
                      <a:pt x="0" y="425"/>
                      <a:pt x="283" y="103"/>
                      <a:pt x="631" y="103"/>
                    </a:cubicBezTo>
                    <a:cubicBezTo>
                      <a:pt x="2650" y="103"/>
                      <a:pt x="2650" y="103"/>
                      <a:pt x="2650" y="103"/>
                    </a:cubicBezTo>
                    <a:cubicBezTo>
                      <a:pt x="2271" y="495"/>
                      <a:pt x="2271" y="495"/>
                      <a:pt x="2271" y="495"/>
                    </a:cubicBezTo>
                    <a:lnTo>
                      <a:pt x="770" y="495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2" name="文本框 42"/>
            <p:cNvSpPr txBox="1">
              <a:spLocks noChangeArrowheads="1"/>
            </p:cNvSpPr>
            <p:nvPr/>
          </p:nvSpPr>
          <p:spPr bwMode="auto">
            <a:xfrm>
              <a:off x="7431373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第四部分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7" name="文本框 44"/>
          <p:cNvSpPr txBox="1">
            <a:spLocks noChangeArrowheads="1"/>
          </p:cNvSpPr>
          <p:nvPr/>
        </p:nvSpPr>
        <p:spPr bwMode="auto">
          <a:xfrm>
            <a:off x="56783" y="3972452"/>
            <a:ext cx="18676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系统分析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8" name="文本框 45"/>
          <p:cNvSpPr txBox="1">
            <a:spLocks noChangeArrowheads="1"/>
          </p:cNvSpPr>
          <p:nvPr/>
        </p:nvSpPr>
        <p:spPr bwMode="auto">
          <a:xfrm>
            <a:off x="1888800" y="3954794"/>
            <a:ext cx="18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系统设计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9" name="文本框 46"/>
          <p:cNvSpPr txBox="1">
            <a:spLocks noChangeArrowheads="1"/>
          </p:cNvSpPr>
          <p:nvPr/>
        </p:nvSpPr>
        <p:spPr bwMode="auto">
          <a:xfrm>
            <a:off x="3974837" y="3954794"/>
            <a:ext cx="1833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10" name="文本框 47"/>
          <p:cNvSpPr txBox="1">
            <a:spLocks noChangeArrowheads="1"/>
          </p:cNvSpPr>
          <p:nvPr/>
        </p:nvSpPr>
        <p:spPr bwMode="auto">
          <a:xfrm>
            <a:off x="59339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47"/>
          <p:cNvSpPr txBox="1">
            <a:spLocks noChangeArrowheads="1"/>
          </p:cNvSpPr>
          <p:nvPr/>
        </p:nvSpPr>
        <p:spPr bwMode="auto">
          <a:xfrm>
            <a:off x="79726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特色与创新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47"/>
          <p:cNvSpPr txBox="1">
            <a:spLocks noChangeArrowheads="1"/>
          </p:cNvSpPr>
          <p:nvPr/>
        </p:nvSpPr>
        <p:spPr bwMode="auto">
          <a:xfrm>
            <a:off x="9923591" y="3954794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5" name="组合 49"/>
          <p:cNvGrpSpPr/>
          <p:nvPr/>
        </p:nvGrpSpPr>
        <p:grpSpPr bwMode="auto">
          <a:xfrm>
            <a:off x="10214683" y="2298418"/>
            <a:ext cx="1574558" cy="1600222"/>
            <a:chOff x="1267976" y="2101177"/>
            <a:chExt cx="1884773" cy="1955513"/>
          </a:xfrm>
        </p:grpSpPr>
        <p:grpSp>
          <p:nvGrpSpPr>
            <p:cNvPr id="3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9"/>
            <p:cNvSpPr txBox="1">
              <a:spLocks noChangeArrowheads="1"/>
            </p:cNvSpPr>
            <p:nvPr/>
          </p:nvSpPr>
          <p:spPr bwMode="auto">
            <a:xfrm>
              <a:off x="1267976" y="3492523"/>
              <a:ext cx="1884773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第六部分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1" name="组合 50"/>
          <p:cNvGrpSpPr/>
          <p:nvPr/>
        </p:nvGrpSpPr>
        <p:grpSpPr bwMode="auto">
          <a:xfrm>
            <a:off x="8240232" y="2285237"/>
            <a:ext cx="1415772" cy="1600223"/>
            <a:chOff x="3274697" y="2101178"/>
            <a:chExt cx="1665147" cy="1955514"/>
          </a:xfrm>
        </p:grpSpPr>
        <p:grpSp>
          <p:nvGrpSpPr>
            <p:cNvPr id="42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3" name="文本框 40"/>
            <p:cNvSpPr txBox="1">
              <a:spLocks noChangeArrowheads="1"/>
            </p:cNvSpPr>
            <p:nvPr/>
          </p:nvSpPr>
          <p:spPr bwMode="auto">
            <a:xfrm>
              <a:off x="3274697" y="3492525"/>
              <a:ext cx="1665147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第五部分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内容要求：系统用例图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系统系统设计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系统架构图、功能模块结构图、数据库设计全局E</a:t>
            </a:r>
            <a:r>
              <a:rPr lang="en-US" alt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R图等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251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内容要求：给出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核心功能模块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实现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界面截图，2-3页即可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（内容要求：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总结性地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分析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测试目标（功能测试、非功能测试（性能测试、兼容性测试等））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及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测试结论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（内容要求：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总结性地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分析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测试目标（功能测试、非功能测试（性能测试、兼容性测试等））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及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测试结论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3" name="组合 2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4" name="椭圆 3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" name="椭圆 4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35866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</p:grpSp>
      <p:sp>
        <p:nvSpPr>
          <p:cNvPr id="35844" name="文本框 6"/>
          <p:cNvSpPr txBox="1">
            <a:spLocks noChangeArrowheads="1"/>
          </p:cNvSpPr>
          <p:nvPr/>
        </p:nvSpPr>
        <p:spPr bwMode="auto">
          <a:xfrm>
            <a:off x="773113" y="6189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4B649F"/>
                </a:solidFill>
              </a:rPr>
              <a:t>特色与创新</a:t>
            </a:r>
            <a:endParaRPr lang="zh-CN" altLang="en-US" b="1" dirty="0">
              <a:solidFill>
                <a:srgbClr val="4B649F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32" name="任意多边形 31"/>
          <p:cNvSpPr/>
          <p:nvPr/>
        </p:nvSpPr>
        <p:spPr>
          <a:xfrm>
            <a:off x="0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  <p:sp>
        <p:nvSpPr>
          <p:cNvPr id="33" name="任意多边形 32"/>
          <p:cNvSpPr/>
          <p:nvPr/>
        </p:nvSpPr>
        <p:spPr>
          <a:xfrm flipH="1">
            <a:off x="11345863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7345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致谢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71190" y="1854200"/>
            <a:ext cx="7291705" cy="645160"/>
            <a:chOff x="4994" y="2920"/>
            <a:chExt cx="11483" cy="1016"/>
          </a:xfrm>
        </p:grpSpPr>
        <p:pic>
          <p:nvPicPr>
            <p:cNvPr id="2" name="图形 1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3124"/>
              <a:ext cx="608" cy="608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863" y="2920"/>
              <a:ext cx="10615" cy="10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hangingPunct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感谢广州软件学院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软件工程系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171190" y="3049270"/>
            <a:ext cx="6649085" cy="386080"/>
            <a:chOff x="4994" y="4616"/>
            <a:chExt cx="10471" cy="608"/>
          </a:xfrm>
        </p:grpSpPr>
        <p:pic>
          <p:nvPicPr>
            <p:cNvPr id="4" name="图形 3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4616"/>
              <a:ext cx="608" cy="60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863" y="4622"/>
              <a:ext cx="9602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感谢我的指导老师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*******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171190" y="3985260"/>
            <a:ext cx="8691245" cy="386080"/>
            <a:chOff x="4994" y="6147"/>
            <a:chExt cx="13687" cy="608"/>
          </a:xfrm>
        </p:grpSpPr>
        <p:pic>
          <p:nvPicPr>
            <p:cNvPr id="6" name="图形 5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6147"/>
              <a:ext cx="608" cy="608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5863" y="6153"/>
              <a:ext cx="1281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感谢四年来与我共同生活和成长的各位同学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22625" y="4921250"/>
            <a:ext cx="4378960" cy="386080"/>
            <a:chOff x="5075" y="7749"/>
            <a:chExt cx="6896" cy="608"/>
          </a:xfrm>
        </p:grpSpPr>
        <p:pic>
          <p:nvPicPr>
            <p:cNvPr id="8" name="图形 7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75" y="7749"/>
              <a:ext cx="608" cy="60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863" y="7755"/>
              <a:ext cx="610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感谢各位评委老师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2" name="文本框 62"/>
          <p:cNvSpPr txBox="1">
            <a:spLocks noChangeArrowheads="1"/>
          </p:cNvSpPr>
          <p:nvPr/>
        </p:nvSpPr>
        <p:spPr bwMode="auto">
          <a:xfrm>
            <a:off x="3434411" y="2843212"/>
            <a:ext cx="57422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4B649F"/>
                </a:solidFill>
              </a:rPr>
              <a:t>展示完毕  感谢您的聆听 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50183" name="组合 1026"/>
          <p:cNvGrpSpPr/>
          <p:nvPr/>
        </p:nvGrpSpPr>
        <p:grpSpPr bwMode="auto">
          <a:xfrm>
            <a:off x="3481388" y="3911600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50184" name="组合 1025"/>
          <p:cNvGrpSpPr/>
          <p:nvPr/>
        </p:nvGrpSpPr>
        <p:grpSpPr bwMode="auto">
          <a:xfrm>
            <a:off x="6010276" y="3911600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50185" name="文本框 1027"/>
          <p:cNvSpPr txBox="1">
            <a:spLocks noChangeArrowheads="1"/>
          </p:cNvSpPr>
          <p:nvPr/>
        </p:nvSpPr>
        <p:spPr bwMode="auto">
          <a:xfrm>
            <a:off x="3797301" y="3859213"/>
            <a:ext cx="1541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答辩人：</a:t>
            </a:r>
            <a:r>
              <a:rPr lang="en-US" altLang="zh-CN" sz="1800" dirty="0"/>
              <a:t>*****</a:t>
            </a:r>
            <a:endParaRPr lang="en-US" altLang="zh-CN" sz="1800" dirty="0"/>
          </a:p>
        </p:txBody>
      </p:sp>
      <p:sp>
        <p:nvSpPr>
          <p:cNvPr id="50186" name="文本框 112"/>
          <p:cNvSpPr txBox="1">
            <a:spLocks noChangeArrowheads="1"/>
          </p:cNvSpPr>
          <p:nvPr/>
        </p:nvSpPr>
        <p:spPr bwMode="auto">
          <a:xfrm>
            <a:off x="6326188" y="3859213"/>
            <a:ext cx="1948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指导教师：</a:t>
            </a:r>
            <a:r>
              <a:rPr lang="en-US" altLang="zh-CN" sz="1800" dirty="0"/>
              <a:t>*******</a:t>
            </a:r>
            <a:endParaRPr lang="en-US" altLang="zh-CN" sz="1800" dirty="0"/>
          </a:p>
        </p:txBody>
      </p: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466850" y="2439988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906125" y="423703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637838" y="4008438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308100" y="2233613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460500" y="2386013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2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3.xml><?xml version="1.0" encoding="utf-8"?>
<p:tagLst xmlns:p="http://schemas.openxmlformats.org/presentationml/2006/main">
  <p:tag name="COMMONDATA" val="eyJoZGlkIjoiM2M0MzVhN2RjYjYxY2E2NTQ5OWY3NTc1YWQzMWY3ZjUifQ=="/>
  <p:tag name="commondata" val="eyJoZGlkIjoiMDI1ODA0MzcyNTg5MGJmNmFkYzM5OTFkMDIzMDU3MDkifQ=="/>
</p:tagLst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25B7C0"/>
      </a:accent1>
      <a:accent2>
        <a:srgbClr val="F6A500"/>
      </a:accent2>
      <a:accent3>
        <a:srgbClr val="585858"/>
      </a:accent3>
      <a:accent4>
        <a:srgbClr val="FD7104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29000">
              <a:srgbClr val="FFFFFF"/>
            </a:gs>
            <a:gs pos="98000">
              <a:srgbClr val="FFFFFF">
                <a:lumMod val="75000"/>
              </a:srgbClr>
            </a:gs>
          </a:gsLst>
          <a:lin ang="2700000" scaled="1"/>
          <a:tileRect/>
        </a:gradFill>
        <a:ln w="25400" cap="flat" cmpd="sng" algn="ctr">
          <a:noFill/>
          <a:prstDash val="solid"/>
        </a:ln>
        <a:effectLst>
          <a:softEdge rad="0"/>
        </a:effectLst>
      </a:spPr>
      <a:bodyPr anchor="ctr"/>
      <a:lstStyle>
        <a:defPPr marL="0" marR="0" indent="0" algn="ctr" defTabSz="91440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FFFFFF"/>
            </a:solidFill>
            <a:effectLst/>
            <a:uLnTx/>
            <a:uFillTx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方正细谭黑简体</vt:lpstr>
      <vt:lpstr>黑体</vt:lpstr>
      <vt:lpstr>Arial</vt:lpstr>
      <vt:lpstr>Times New Roman</vt:lpstr>
      <vt:lpstr>Arial Unicode MS</vt:lpstr>
      <vt:lpstr>等线</vt:lpstr>
      <vt:lpstr>Office 主题</vt:lpstr>
      <vt:lpstr>1_自定义设计方案</vt:lpstr>
      <vt:lpstr>1_Office 主题</vt:lpstr>
      <vt:lpstr>2_自定义设计方案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杨微</cp:lastModifiedBy>
  <cp:revision>55</cp:revision>
  <dcterms:created xsi:type="dcterms:W3CDTF">2016-01-15T03:19:00Z</dcterms:created>
  <dcterms:modified xsi:type="dcterms:W3CDTF">2025-04-14T01:50:34Z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C68338806D8446E486E1BD6792A652C6_12</vt:lpwstr>
  </property>
</Properties>
</file>